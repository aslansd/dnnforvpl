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9" d="100"/>
          <a:sy n="109" d="100"/>
        </p:scale>
        <p:origin x="63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4B166B7-D731-4E1D-B590-BDE9603E1793}" type="doc">
      <dgm:prSet loTypeId="urn:microsoft.com/office/officeart/2005/8/layout/vList5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D8B96001-9221-4E64-AE7C-D3F7B8DA8A12}">
      <dgm:prSet phldrT="[Text]"/>
      <dgm:spPr>
        <a:gradFill flip="none" rotWithShape="0">
          <a:gsLst>
            <a:gs pos="0">
              <a:srgbClr val="7030A0">
                <a:tint val="66000"/>
                <a:satMod val="160000"/>
              </a:srgbClr>
            </a:gs>
            <a:gs pos="50000">
              <a:srgbClr val="7030A0">
                <a:tint val="44500"/>
                <a:satMod val="160000"/>
              </a:srgbClr>
            </a:gs>
            <a:gs pos="100000">
              <a:srgbClr val="7030A0">
                <a:tint val="23500"/>
                <a:satMod val="160000"/>
              </a:srgbClr>
            </a:gs>
          </a:gsLst>
          <a:path path="circle">
            <a:fillToRect l="50000" t="50000" r="50000" b="50000"/>
          </a:path>
          <a:tileRect/>
        </a:gradFill>
      </dgm:spPr>
      <dgm:t>
        <a:bodyPr/>
        <a:lstStyle/>
        <a:p>
          <a:r>
            <a:rPr lang="en-US" dirty="0" smtClean="0"/>
            <a:t>Group 1</a:t>
          </a:r>
          <a:endParaRPr lang="en-US" dirty="0"/>
        </a:p>
      </dgm:t>
    </dgm:pt>
    <dgm:pt modelId="{57BF11E1-B3F6-423A-94A2-E2618F2BE518}" type="parTrans" cxnId="{6C30CD96-C2FC-496E-862A-0F8357D359B2}">
      <dgm:prSet/>
      <dgm:spPr/>
      <dgm:t>
        <a:bodyPr/>
        <a:lstStyle/>
        <a:p>
          <a:endParaRPr lang="en-US"/>
        </a:p>
      </dgm:t>
    </dgm:pt>
    <dgm:pt modelId="{022D03BD-AC96-4476-8BFA-C161A76EB1DD}" type="sibTrans" cxnId="{6C30CD96-C2FC-496E-862A-0F8357D359B2}">
      <dgm:prSet/>
      <dgm:spPr/>
      <dgm:t>
        <a:bodyPr/>
        <a:lstStyle/>
        <a:p>
          <a:endParaRPr lang="en-US"/>
        </a:p>
      </dgm:t>
    </dgm:pt>
    <dgm:pt modelId="{4C150CD3-B462-41F6-8B6A-818AAACCD3AA}">
      <dgm:prSet phldrT="[Text]"/>
      <dgm:spPr>
        <a:gradFill flip="none" rotWithShape="0">
          <a:gsLst>
            <a:gs pos="0">
              <a:srgbClr val="7030A0">
                <a:tint val="66000"/>
                <a:satMod val="160000"/>
              </a:srgbClr>
            </a:gs>
            <a:gs pos="50000">
              <a:srgbClr val="7030A0">
                <a:tint val="44500"/>
                <a:satMod val="160000"/>
              </a:srgbClr>
            </a:gs>
            <a:gs pos="100000">
              <a:srgbClr val="7030A0">
                <a:tint val="23500"/>
                <a:satMod val="160000"/>
              </a:srgbClr>
            </a:gs>
          </a:gsLst>
          <a:path path="circle">
            <a:fillToRect l="50000" t="50000" r="50000" b="50000"/>
          </a:path>
          <a:tileRect/>
        </a:gradFill>
      </dgm:spPr>
      <dgm:t>
        <a:bodyPr/>
        <a:lstStyle/>
        <a:p>
          <a:r>
            <a:rPr lang="en-US" dirty="0" smtClean="0"/>
            <a:t>Orientation: high precision</a:t>
          </a:r>
          <a:endParaRPr lang="en-US" dirty="0"/>
        </a:p>
      </dgm:t>
    </dgm:pt>
    <dgm:pt modelId="{0B7AC255-C499-4436-9D94-E798993B9D88}" type="parTrans" cxnId="{A6579351-C476-4D5E-9EDB-A533308E2BF2}">
      <dgm:prSet/>
      <dgm:spPr/>
      <dgm:t>
        <a:bodyPr/>
        <a:lstStyle/>
        <a:p>
          <a:endParaRPr lang="en-US"/>
        </a:p>
      </dgm:t>
    </dgm:pt>
    <dgm:pt modelId="{4B19D738-B451-48C7-868F-891DF41E86FA}" type="sibTrans" cxnId="{A6579351-C476-4D5E-9EDB-A533308E2BF2}">
      <dgm:prSet/>
      <dgm:spPr/>
      <dgm:t>
        <a:bodyPr/>
        <a:lstStyle/>
        <a:p>
          <a:endParaRPr lang="en-US"/>
        </a:p>
      </dgm:t>
    </dgm:pt>
    <dgm:pt modelId="{9776703E-9F85-40C6-A1AE-F9CC4E715DB7}">
      <dgm:prSet phldrT="[Text]"/>
      <dgm:spPr>
        <a:gradFill flip="none" rotWithShape="0">
          <a:gsLst>
            <a:gs pos="0">
              <a:srgbClr val="7030A0">
                <a:tint val="66000"/>
                <a:satMod val="160000"/>
              </a:srgbClr>
            </a:gs>
            <a:gs pos="50000">
              <a:srgbClr val="7030A0">
                <a:tint val="44500"/>
                <a:satMod val="160000"/>
              </a:srgbClr>
            </a:gs>
            <a:gs pos="100000">
              <a:srgbClr val="7030A0">
                <a:tint val="23500"/>
                <a:satMod val="160000"/>
              </a:srgbClr>
            </a:gs>
          </a:gsLst>
          <a:path path="circle">
            <a:fillToRect l="50000" t="50000" r="50000" b="50000"/>
          </a:path>
          <a:tileRect/>
        </a:gradFill>
      </dgm:spPr>
      <dgm:t>
        <a:bodyPr/>
        <a:lstStyle/>
        <a:p>
          <a:r>
            <a:rPr lang="en-US" dirty="0" smtClean="0"/>
            <a:t>Spatial Frequency: low variability</a:t>
          </a:r>
          <a:endParaRPr lang="en-US" dirty="0"/>
        </a:p>
      </dgm:t>
    </dgm:pt>
    <dgm:pt modelId="{DA78291F-1ACE-4B98-80A9-8022BB5B8411}" type="parTrans" cxnId="{C36732E9-D5BE-4631-8C4E-319D6322C22E}">
      <dgm:prSet/>
      <dgm:spPr/>
      <dgm:t>
        <a:bodyPr/>
        <a:lstStyle/>
        <a:p>
          <a:endParaRPr lang="en-US"/>
        </a:p>
      </dgm:t>
    </dgm:pt>
    <dgm:pt modelId="{CF1BE0DD-1CD8-413B-9C4E-BB52D41107BF}" type="sibTrans" cxnId="{C36732E9-D5BE-4631-8C4E-319D6322C22E}">
      <dgm:prSet/>
      <dgm:spPr/>
      <dgm:t>
        <a:bodyPr/>
        <a:lstStyle/>
        <a:p>
          <a:endParaRPr lang="en-US"/>
        </a:p>
      </dgm:t>
    </dgm:pt>
    <dgm:pt modelId="{F0F0A1FA-355A-43B9-A2C1-8B8259EDD6B2}">
      <dgm:prSet phldrT="[Text]"/>
      <dgm:spPr>
        <a:gradFill flip="none" rotWithShape="0">
          <a:gsLst>
            <a:gs pos="0">
              <a:srgbClr val="7030A0">
                <a:tint val="66000"/>
                <a:satMod val="160000"/>
              </a:srgbClr>
            </a:gs>
            <a:gs pos="50000">
              <a:srgbClr val="7030A0">
                <a:tint val="44500"/>
                <a:satMod val="160000"/>
              </a:srgbClr>
            </a:gs>
            <a:gs pos="100000">
              <a:srgbClr val="7030A0">
                <a:tint val="23500"/>
                <a:satMod val="160000"/>
              </a:srgbClr>
            </a:gs>
          </a:gsLst>
          <a:path path="circle">
            <a:fillToRect l="50000" t="50000" r="50000" b="50000"/>
          </a:path>
          <a:tileRect/>
        </a:gradFill>
      </dgm:spPr>
      <dgm:t>
        <a:bodyPr/>
        <a:lstStyle/>
        <a:p>
          <a:r>
            <a:rPr lang="en-US" dirty="0" smtClean="0"/>
            <a:t>Group 2</a:t>
          </a:r>
          <a:endParaRPr lang="en-US" dirty="0"/>
        </a:p>
      </dgm:t>
    </dgm:pt>
    <dgm:pt modelId="{6F71C460-7CD4-4B98-8205-D65868FD0B63}" type="parTrans" cxnId="{FCCF14CB-1E3A-40CF-B04B-75792ADB7E96}">
      <dgm:prSet/>
      <dgm:spPr/>
      <dgm:t>
        <a:bodyPr/>
        <a:lstStyle/>
        <a:p>
          <a:endParaRPr lang="en-US"/>
        </a:p>
      </dgm:t>
    </dgm:pt>
    <dgm:pt modelId="{D7CC3403-2DAD-4EB1-882A-AE3FCA946308}" type="sibTrans" cxnId="{FCCF14CB-1E3A-40CF-B04B-75792ADB7E96}">
      <dgm:prSet/>
      <dgm:spPr/>
      <dgm:t>
        <a:bodyPr/>
        <a:lstStyle/>
        <a:p>
          <a:endParaRPr lang="en-US"/>
        </a:p>
      </dgm:t>
    </dgm:pt>
    <dgm:pt modelId="{08379CA3-3947-4E39-9EEC-EA79094A65BB}">
      <dgm:prSet phldrT="[Text]"/>
      <dgm:spPr>
        <a:gradFill flip="none" rotWithShape="0">
          <a:gsLst>
            <a:gs pos="0">
              <a:srgbClr val="7030A0">
                <a:tint val="66000"/>
                <a:satMod val="160000"/>
              </a:srgbClr>
            </a:gs>
            <a:gs pos="50000">
              <a:srgbClr val="7030A0">
                <a:tint val="44500"/>
                <a:satMod val="160000"/>
              </a:srgbClr>
            </a:gs>
            <a:gs pos="100000">
              <a:srgbClr val="7030A0">
                <a:tint val="23500"/>
                <a:satMod val="160000"/>
              </a:srgbClr>
            </a:gs>
          </a:gsLst>
          <a:path path="circle">
            <a:fillToRect l="50000" t="50000" r="50000" b="50000"/>
          </a:path>
          <a:tileRect/>
        </a:gradFill>
      </dgm:spPr>
      <dgm:t>
        <a:bodyPr/>
        <a:lstStyle/>
        <a:p>
          <a:r>
            <a:rPr lang="en-US" dirty="0" smtClean="0"/>
            <a:t>Orientation: high precision</a:t>
          </a:r>
          <a:endParaRPr lang="en-US" dirty="0"/>
        </a:p>
      </dgm:t>
    </dgm:pt>
    <dgm:pt modelId="{71E3AC85-2271-46F9-A63E-422862DAFC28}" type="parTrans" cxnId="{9CE7C137-60CA-4FD2-88EC-8E59193CB26A}">
      <dgm:prSet/>
      <dgm:spPr/>
      <dgm:t>
        <a:bodyPr/>
        <a:lstStyle/>
        <a:p>
          <a:endParaRPr lang="en-US"/>
        </a:p>
      </dgm:t>
    </dgm:pt>
    <dgm:pt modelId="{EBC05711-E5E9-433A-8192-8E9EDA3654AB}" type="sibTrans" cxnId="{9CE7C137-60CA-4FD2-88EC-8E59193CB26A}">
      <dgm:prSet/>
      <dgm:spPr/>
      <dgm:t>
        <a:bodyPr/>
        <a:lstStyle/>
        <a:p>
          <a:endParaRPr lang="en-US"/>
        </a:p>
      </dgm:t>
    </dgm:pt>
    <dgm:pt modelId="{155DA1E5-439B-411B-AEB8-D4FCC5132C57}">
      <dgm:prSet phldrT="[Text]"/>
      <dgm:spPr>
        <a:gradFill flip="none" rotWithShape="0">
          <a:gsLst>
            <a:gs pos="0">
              <a:srgbClr val="7030A0">
                <a:tint val="66000"/>
                <a:satMod val="160000"/>
              </a:srgbClr>
            </a:gs>
            <a:gs pos="50000">
              <a:srgbClr val="7030A0">
                <a:tint val="44500"/>
                <a:satMod val="160000"/>
              </a:srgbClr>
            </a:gs>
            <a:gs pos="100000">
              <a:srgbClr val="7030A0">
                <a:tint val="23500"/>
                <a:satMod val="160000"/>
              </a:srgbClr>
            </a:gs>
          </a:gsLst>
          <a:path path="circle">
            <a:fillToRect l="50000" t="50000" r="50000" b="50000"/>
          </a:path>
          <a:tileRect/>
        </a:gradFill>
      </dgm:spPr>
      <dgm:t>
        <a:bodyPr/>
        <a:lstStyle/>
        <a:p>
          <a:r>
            <a:rPr lang="en-US" dirty="0" smtClean="0"/>
            <a:t>Special Frequency: high variability</a:t>
          </a:r>
          <a:endParaRPr lang="en-US" dirty="0"/>
        </a:p>
      </dgm:t>
    </dgm:pt>
    <dgm:pt modelId="{F31CDF12-DA43-4D8D-A985-380D7E53E22E}" type="parTrans" cxnId="{E01F3907-5454-46E1-9717-64F441429608}">
      <dgm:prSet/>
      <dgm:spPr/>
      <dgm:t>
        <a:bodyPr/>
        <a:lstStyle/>
        <a:p>
          <a:endParaRPr lang="en-US"/>
        </a:p>
      </dgm:t>
    </dgm:pt>
    <dgm:pt modelId="{11F231AD-D803-48F3-8FBD-CA9C096EC5AC}" type="sibTrans" cxnId="{E01F3907-5454-46E1-9717-64F441429608}">
      <dgm:prSet/>
      <dgm:spPr/>
      <dgm:t>
        <a:bodyPr/>
        <a:lstStyle/>
        <a:p>
          <a:endParaRPr lang="en-US"/>
        </a:p>
      </dgm:t>
    </dgm:pt>
    <dgm:pt modelId="{A81DF898-66F3-4D2C-8FDB-55F814F20E20}">
      <dgm:prSet phldrT="[Text]"/>
      <dgm:spPr>
        <a:gradFill flip="none" rotWithShape="0">
          <a:gsLst>
            <a:gs pos="0">
              <a:srgbClr val="7030A0">
                <a:tint val="66000"/>
                <a:satMod val="160000"/>
              </a:srgbClr>
            </a:gs>
            <a:gs pos="50000">
              <a:srgbClr val="7030A0">
                <a:tint val="44500"/>
                <a:satMod val="160000"/>
              </a:srgbClr>
            </a:gs>
            <a:gs pos="100000">
              <a:srgbClr val="7030A0">
                <a:tint val="23500"/>
                <a:satMod val="160000"/>
              </a:srgbClr>
            </a:gs>
          </a:gsLst>
          <a:path path="circle">
            <a:fillToRect l="50000" t="50000" r="50000" b="50000"/>
          </a:path>
          <a:tileRect/>
        </a:gradFill>
      </dgm:spPr>
      <dgm:t>
        <a:bodyPr/>
        <a:lstStyle/>
        <a:p>
          <a:r>
            <a:rPr lang="en-US" dirty="0" smtClean="0"/>
            <a:t>Group 3</a:t>
          </a:r>
          <a:endParaRPr lang="en-US" dirty="0"/>
        </a:p>
      </dgm:t>
    </dgm:pt>
    <dgm:pt modelId="{153CABC0-D3E2-485F-95FC-DDAD1C1CBD23}" type="parTrans" cxnId="{9BC520E6-0254-42C9-9DA1-56FA8315E1D8}">
      <dgm:prSet/>
      <dgm:spPr/>
      <dgm:t>
        <a:bodyPr/>
        <a:lstStyle/>
        <a:p>
          <a:endParaRPr lang="en-US"/>
        </a:p>
      </dgm:t>
    </dgm:pt>
    <dgm:pt modelId="{B24AE7AB-8A5D-4A8C-BA0E-6D1E03EB5431}" type="sibTrans" cxnId="{9BC520E6-0254-42C9-9DA1-56FA8315E1D8}">
      <dgm:prSet/>
      <dgm:spPr/>
      <dgm:t>
        <a:bodyPr/>
        <a:lstStyle/>
        <a:p>
          <a:endParaRPr lang="en-US"/>
        </a:p>
      </dgm:t>
    </dgm:pt>
    <dgm:pt modelId="{CA71F47D-EEBC-4008-8009-23F0039E7060}">
      <dgm:prSet phldrT="[Text]"/>
      <dgm:spPr>
        <a:gradFill flip="none" rotWithShape="0">
          <a:gsLst>
            <a:gs pos="0">
              <a:srgbClr val="7030A0">
                <a:tint val="66000"/>
                <a:satMod val="160000"/>
              </a:srgbClr>
            </a:gs>
            <a:gs pos="50000">
              <a:srgbClr val="7030A0">
                <a:tint val="44500"/>
                <a:satMod val="160000"/>
              </a:srgbClr>
            </a:gs>
            <a:gs pos="100000">
              <a:srgbClr val="7030A0">
                <a:tint val="23500"/>
                <a:satMod val="160000"/>
              </a:srgbClr>
            </a:gs>
          </a:gsLst>
          <a:path path="circle">
            <a:fillToRect l="50000" t="50000" r="50000" b="50000"/>
          </a:path>
          <a:tileRect/>
        </a:gradFill>
      </dgm:spPr>
      <dgm:t>
        <a:bodyPr/>
        <a:lstStyle/>
        <a:p>
          <a:r>
            <a:rPr lang="en-US" dirty="0" smtClean="0"/>
            <a:t>Orientation: low precision</a:t>
          </a:r>
          <a:endParaRPr lang="en-US" dirty="0"/>
        </a:p>
      </dgm:t>
    </dgm:pt>
    <dgm:pt modelId="{415C8C5B-6D5E-4EEE-96F0-EB9DB8AFBD53}" type="parTrans" cxnId="{1C1F9C8F-5E13-43F6-8E35-32D64ECBB320}">
      <dgm:prSet/>
      <dgm:spPr/>
      <dgm:t>
        <a:bodyPr/>
        <a:lstStyle/>
        <a:p>
          <a:endParaRPr lang="en-US"/>
        </a:p>
      </dgm:t>
    </dgm:pt>
    <dgm:pt modelId="{CEA0F11A-8BC0-4BE9-B555-5548F571BAD8}" type="sibTrans" cxnId="{1C1F9C8F-5E13-43F6-8E35-32D64ECBB320}">
      <dgm:prSet/>
      <dgm:spPr/>
      <dgm:t>
        <a:bodyPr/>
        <a:lstStyle/>
        <a:p>
          <a:endParaRPr lang="en-US"/>
        </a:p>
      </dgm:t>
    </dgm:pt>
    <dgm:pt modelId="{0B93CE35-3840-4937-AACA-388158923A9D}">
      <dgm:prSet phldrT="[Text]"/>
      <dgm:spPr>
        <a:gradFill flip="none" rotWithShape="0">
          <a:gsLst>
            <a:gs pos="0">
              <a:srgbClr val="7030A0">
                <a:tint val="66000"/>
                <a:satMod val="160000"/>
              </a:srgbClr>
            </a:gs>
            <a:gs pos="50000">
              <a:srgbClr val="7030A0">
                <a:tint val="44500"/>
                <a:satMod val="160000"/>
              </a:srgbClr>
            </a:gs>
            <a:gs pos="100000">
              <a:srgbClr val="7030A0">
                <a:tint val="23500"/>
                <a:satMod val="160000"/>
              </a:srgbClr>
            </a:gs>
          </a:gsLst>
          <a:path path="circle">
            <a:fillToRect l="50000" t="50000" r="50000" b="50000"/>
          </a:path>
          <a:tileRect/>
        </a:gradFill>
      </dgm:spPr>
      <dgm:t>
        <a:bodyPr/>
        <a:lstStyle/>
        <a:p>
          <a:r>
            <a:rPr lang="en-US" dirty="0" smtClean="0"/>
            <a:t>Special Frequency: low variability</a:t>
          </a:r>
          <a:endParaRPr lang="en-US" dirty="0"/>
        </a:p>
      </dgm:t>
    </dgm:pt>
    <dgm:pt modelId="{B8594A45-D583-463C-8479-8E8A00F9754C}" type="parTrans" cxnId="{D7FC4B0D-A14B-4F01-8A0C-4B7E315B303E}">
      <dgm:prSet/>
      <dgm:spPr/>
      <dgm:t>
        <a:bodyPr/>
        <a:lstStyle/>
        <a:p>
          <a:endParaRPr lang="en-US"/>
        </a:p>
      </dgm:t>
    </dgm:pt>
    <dgm:pt modelId="{810B7244-C83E-434A-8564-C9E0FCDE14C3}" type="sibTrans" cxnId="{D7FC4B0D-A14B-4F01-8A0C-4B7E315B303E}">
      <dgm:prSet/>
      <dgm:spPr/>
      <dgm:t>
        <a:bodyPr/>
        <a:lstStyle/>
        <a:p>
          <a:endParaRPr lang="en-US"/>
        </a:p>
      </dgm:t>
    </dgm:pt>
    <dgm:pt modelId="{B9620B80-8421-4F27-AF6D-E889AD17EE3C}">
      <dgm:prSet phldrT="[Text]"/>
      <dgm:spPr>
        <a:gradFill flip="none" rotWithShape="0">
          <a:gsLst>
            <a:gs pos="0">
              <a:srgbClr val="7030A0">
                <a:tint val="66000"/>
                <a:satMod val="160000"/>
              </a:srgbClr>
            </a:gs>
            <a:gs pos="50000">
              <a:srgbClr val="7030A0">
                <a:tint val="44500"/>
                <a:satMod val="160000"/>
              </a:srgbClr>
            </a:gs>
            <a:gs pos="100000">
              <a:srgbClr val="7030A0">
                <a:tint val="23500"/>
                <a:satMod val="160000"/>
              </a:srgbClr>
            </a:gs>
          </a:gsLst>
          <a:path path="circle">
            <a:fillToRect l="50000" t="50000" r="50000" b="50000"/>
          </a:path>
          <a:tileRect/>
        </a:gradFill>
      </dgm:spPr>
      <dgm:t>
        <a:bodyPr/>
        <a:lstStyle/>
        <a:p>
          <a:r>
            <a:rPr lang="en-US" dirty="0" smtClean="0"/>
            <a:t>Group 4</a:t>
          </a:r>
          <a:endParaRPr lang="en-US" dirty="0"/>
        </a:p>
      </dgm:t>
    </dgm:pt>
    <dgm:pt modelId="{CB0F28EC-1E00-495C-8D82-C024AD4BB3A5}" type="parTrans" cxnId="{80784FEF-E70D-4529-B885-DB9C8AD4DB86}">
      <dgm:prSet/>
      <dgm:spPr/>
      <dgm:t>
        <a:bodyPr/>
        <a:lstStyle/>
        <a:p>
          <a:endParaRPr lang="en-US"/>
        </a:p>
      </dgm:t>
    </dgm:pt>
    <dgm:pt modelId="{76FCAE72-AEAC-4186-BE4D-0360BBBB1316}" type="sibTrans" cxnId="{80784FEF-E70D-4529-B885-DB9C8AD4DB86}">
      <dgm:prSet/>
      <dgm:spPr/>
      <dgm:t>
        <a:bodyPr/>
        <a:lstStyle/>
        <a:p>
          <a:endParaRPr lang="en-US"/>
        </a:p>
      </dgm:t>
    </dgm:pt>
    <dgm:pt modelId="{9960F975-F162-4F7C-9623-7BF4AE769486}">
      <dgm:prSet phldrT="[Text]"/>
      <dgm:spPr>
        <a:gradFill flip="none" rotWithShape="0">
          <a:gsLst>
            <a:gs pos="0">
              <a:srgbClr val="7030A0">
                <a:tint val="66000"/>
                <a:satMod val="160000"/>
              </a:srgbClr>
            </a:gs>
            <a:gs pos="50000">
              <a:srgbClr val="7030A0">
                <a:tint val="44500"/>
                <a:satMod val="160000"/>
              </a:srgbClr>
            </a:gs>
            <a:gs pos="100000">
              <a:srgbClr val="7030A0">
                <a:tint val="23500"/>
                <a:satMod val="160000"/>
              </a:srgbClr>
            </a:gs>
          </a:gsLst>
          <a:path path="circle">
            <a:fillToRect l="50000" t="50000" r="50000" b="50000"/>
          </a:path>
          <a:tileRect/>
        </a:gradFill>
      </dgm:spPr>
      <dgm:t>
        <a:bodyPr/>
        <a:lstStyle/>
        <a:p>
          <a:r>
            <a:rPr lang="en-US" dirty="0" smtClean="0"/>
            <a:t>Orientation: low precision</a:t>
          </a:r>
          <a:endParaRPr lang="en-US" dirty="0"/>
        </a:p>
      </dgm:t>
    </dgm:pt>
    <dgm:pt modelId="{A513D1E1-0C94-4447-8FBB-DCB8BC5D38AC}" type="parTrans" cxnId="{F4FE5C26-E501-4AFB-ABA2-96D747972361}">
      <dgm:prSet/>
      <dgm:spPr/>
      <dgm:t>
        <a:bodyPr/>
        <a:lstStyle/>
        <a:p>
          <a:endParaRPr lang="en-US"/>
        </a:p>
      </dgm:t>
    </dgm:pt>
    <dgm:pt modelId="{70AC7E39-69A6-42AB-93F3-F2C574BE060C}" type="sibTrans" cxnId="{F4FE5C26-E501-4AFB-ABA2-96D747972361}">
      <dgm:prSet/>
      <dgm:spPr/>
      <dgm:t>
        <a:bodyPr/>
        <a:lstStyle/>
        <a:p>
          <a:endParaRPr lang="en-US"/>
        </a:p>
      </dgm:t>
    </dgm:pt>
    <dgm:pt modelId="{B6F7E104-220D-4DC1-816F-41D3C6C25A35}">
      <dgm:prSet phldrT="[Text]"/>
      <dgm:spPr>
        <a:gradFill flip="none" rotWithShape="0">
          <a:gsLst>
            <a:gs pos="0">
              <a:srgbClr val="7030A0">
                <a:tint val="66000"/>
                <a:satMod val="160000"/>
              </a:srgbClr>
            </a:gs>
            <a:gs pos="50000">
              <a:srgbClr val="7030A0">
                <a:tint val="44500"/>
                <a:satMod val="160000"/>
              </a:srgbClr>
            </a:gs>
            <a:gs pos="100000">
              <a:srgbClr val="7030A0">
                <a:tint val="23500"/>
                <a:satMod val="160000"/>
              </a:srgbClr>
            </a:gs>
          </a:gsLst>
          <a:path path="circle">
            <a:fillToRect l="50000" t="50000" r="50000" b="50000"/>
          </a:path>
          <a:tileRect/>
        </a:gradFill>
      </dgm:spPr>
      <dgm:t>
        <a:bodyPr/>
        <a:lstStyle/>
        <a:p>
          <a:r>
            <a:rPr lang="en-US" dirty="0" smtClean="0"/>
            <a:t>Special Frequency: high variability</a:t>
          </a:r>
          <a:endParaRPr lang="en-US" dirty="0"/>
        </a:p>
      </dgm:t>
    </dgm:pt>
    <dgm:pt modelId="{EBFEFCB7-9801-4161-9760-41A2169906A0}" type="parTrans" cxnId="{012D6BEA-EC55-4258-8E45-E854C0BD9A4C}">
      <dgm:prSet/>
      <dgm:spPr/>
      <dgm:t>
        <a:bodyPr/>
        <a:lstStyle/>
        <a:p>
          <a:endParaRPr lang="en-US"/>
        </a:p>
      </dgm:t>
    </dgm:pt>
    <dgm:pt modelId="{82DBB1A5-D948-4BDB-B65E-2DB73A8CA234}" type="sibTrans" cxnId="{012D6BEA-EC55-4258-8E45-E854C0BD9A4C}">
      <dgm:prSet/>
      <dgm:spPr/>
      <dgm:t>
        <a:bodyPr/>
        <a:lstStyle/>
        <a:p>
          <a:endParaRPr lang="en-US"/>
        </a:p>
      </dgm:t>
    </dgm:pt>
    <dgm:pt modelId="{E648F54B-C581-4D52-9238-5051AC42A81E}" type="pres">
      <dgm:prSet presAssocID="{C4B166B7-D731-4E1D-B590-BDE9603E1793}" presName="Name0" presStyleCnt="0">
        <dgm:presLayoutVars>
          <dgm:dir/>
          <dgm:animLvl val="lvl"/>
          <dgm:resizeHandles val="exact"/>
        </dgm:presLayoutVars>
      </dgm:prSet>
      <dgm:spPr/>
    </dgm:pt>
    <dgm:pt modelId="{31287756-FDEB-4459-8DEB-9D0871046A2A}" type="pres">
      <dgm:prSet presAssocID="{D8B96001-9221-4E64-AE7C-D3F7B8DA8A12}" presName="linNode" presStyleCnt="0"/>
      <dgm:spPr/>
    </dgm:pt>
    <dgm:pt modelId="{437C16D3-0598-4A97-84CC-610CDA1F44E4}" type="pres">
      <dgm:prSet presAssocID="{D8B96001-9221-4E64-AE7C-D3F7B8DA8A12}" presName="parentText" presStyleLbl="node1" presStyleIdx="0" presStyleCnt="4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183A2FD4-3C04-41B1-B973-946DF70162A1}" type="pres">
      <dgm:prSet presAssocID="{D8B96001-9221-4E64-AE7C-D3F7B8DA8A12}" presName="descendantText" presStyleLbl="alignAccFollowNode1" presStyleIdx="0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BE4A4F6-F6D5-4243-9ACD-8DB135C47D76}" type="pres">
      <dgm:prSet presAssocID="{022D03BD-AC96-4476-8BFA-C161A76EB1DD}" presName="sp" presStyleCnt="0"/>
      <dgm:spPr/>
    </dgm:pt>
    <dgm:pt modelId="{B1D25970-0942-4E63-A5A7-782792F38A8C}" type="pres">
      <dgm:prSet presAssocID="{F0F0A1FA-355A-43B9-A2C1-8B8259EDD6B2}" presName="linNode" presStyleCnt="0"/>
      <dgm:spPr/>
    </dgm:pt>
    <dgm:pt modelId="{DB65BDD8-3F34-4DF2-B7A0-1617F30581C2}" type="pres">
      <dgm:prSet presAssocID="{F0F0A1FA-355A-43B9-A2C1-8B8259EDD6B2}" presName="parentText" presStyleLbl="node1" presStyleIdx="1" presStyleCnt="4">
        <dgm:presLayoutVars>
          <dgm:chMax val="1"/>
          <dgm:bulletEnabled val="1"/>
        </dgm:presLayoutVars>
      </dgm:prSet>
      <dgm:spPr/>
    </dgm:pt>
    <dgm:pt modelId="{E5C43573-9A93-4F16-9EC9-B5023657B9F9}" type="pres">
      <dgm:prSet presAssocID="{F0F0A1FA-355A-43B9-A2C1-8B8259EDD6B2}" presName="descendantText" presStyleLbl="alignAccFollowNode1" presStyleIdx="1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FFF486C4-C1EB-47B7-9FB5-BF9E98689935}" type="pres">
      <dgm:prSet presAssocID="{D7CC3403-2DAD-4EB1-882A-AE3FCA946308}" presName="sp" presStyleCnt="0"/>
      <dgm:spPr/>
    </dgm:pt>
    <dgm:pt modelId="{11B4123B-D18C-4911-A8E0-D1DAC993CA12}" type="pres">
      <dgm:prSet presAssocID="{A81DF898-66F3-4D2C-8FDB-55F814F20E20}" presName="linNode" presStyleCnt="0"/>
      <dgm:spPr/>
    </dgm:pt>
    <dgm:pt modelId="{BB176F69-FE13-4309-96B4-5D0623F44F5C}" type="pres">
      <dgm:prSet presAssocID="{A81DF898-66F3-4D2C-8FDB-55F814F20E20}" presName="parentText" presStyleLbl="node1" presStyleIdx="2" presStyleCnt="4">
        <dgm:presLayoutVars>
          <dgm:chMax val="1"/>
          <dgm:bulletEnabled val="1"/>
        </dgm:presLayoutVars>
      </dgm:prSet>
      <dgm:spPr/>
    </dgm:pt>
    <dgm:pt modelId="{4B90752D-42DB-4B70-80EF-7AC08C9FC3C7}" type="pres">
      <dgm:prSet presAssocID="{A81DF898-66F3-4D2C-8FDB-55F814F20E20}" presName="descendantText" presStyleLbl="alignAccFollowNode1" presStyleIdx="2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15427300-F7E4-4BB0-BD91-8A7C937580BD}" type="pres">
      <dgm:prSet presAssocID="{B24AE7AB-8A5D-4A8C-BA0E-6D1E03EB5431}" presName="sp" presStyleCnt="0"/>
      <dgm:spPr/>
    </dgm:pt>
    <dgm:pt modelId="{7921E827-F363-4D6D-81F6-60444CC88D7C}" type="pres">
      <dgm:prSet presAssocID="{B9620B80-8421-4F27-AF6D-E889AD17EE3C}" presName="linNode" presStyleCnt="0"/>
      <dgm:spPr/>
    </dgm:pt>
    <dgm:pt modelId="{22D5C0DA-E8B7-4F91-B76C-04697704732E}" type="pres">
      <dgm:prSet presAssocID="{B9620B80-8421-4F27-AF6D-E889AD17EE3C}" presName="parentText" presStyleLbl="node1" presStyleIdx="3" presStyleCnt="4">
        <dgm:presLayoutVars>
          <dgm:chMax val="1"/>
          <dgm:bulletEnabled val="1"/>
        </dgm:presLayoutVars>
      </dgm:prSet>
      <dgm:spPr/>
    </dgm:pt>
    <dgm:pt modelId="{200F28CB-B80B-410D-A274-A7B70255019B}" type="pres">
      <dgm:prSet presAssocID="{B9620B80-8421-4F27-AF6D-E889AD17EE3C}" presName="descendantText" presStyleLbl="alignAccFollowNode1" presStyleIdx="3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1842367C-6968-421A-8902-825F65995ADF}" type="presOf" srcId="{F0F0A1FA-355A-43B9-A2C1-8B8259EDD6B2}" destId="{DB65BDD8-3F34-4DF2-B7A0-1617F30581C2}" srcOrd="0" destOrd="0" presId="urn:microsoft.com/office/officeart/2005/8/layout/vList5"/>
    <dgm:cxn modelId="{F2BB2E7D-0926-490E-AC69-C0B16B965484}" type="presOf" srcId="{0B93CE35-3840-4937-AACA-388158923A9D}" destId="{4B90752D-42DB-4B70-80EF-7AC08C9FC3C7}" srcOrd="0" destOrd="1" presId="urn:microsoft.com/office/officeart/2005/8/layout/vList5"/>
    <dgm:cxn modelId="{842ACBB7-B3BB-4E4E-8A9A-49C2FBC246E7}" type="presOf" srcId="{9776703E-9F85-40C6-A1AE-F9CC4E715DB7}" destId="{183A2FD4-3C04-41B1-B973-946DF70162A1}" srcOrd="0" destOrd="1" presId="urn:microsoft.com/office/officeart/2005/8/layout/vList5"/>
    <dgm:cxn modelId="{FCCF14CB-1E3A-40CF-B04B-75792ADB7E96}" srcId="{C4B166B7-D731-4E1D-B590-BDE9603E1793}" destId="{F0F0A1FA-355A-43B9-A2C1-8B8259EDD6B2}" srcOrd="1" destOrd="0" parTransId="{6F71C460-7CD4-4B98-8205-D65868FD0B63}" sibTransId="{D7CC3403-2DAD-4EB1-882A-AE3FCA946308}"/>
    <dgm:cxn modelId="{76D1D59C-7057-4A81-8DC6-2C4BC04BF3AF}" type="presOf" srcId="{155DA1E5-439B-411B-AEB8-D4FCC5132C57}" destId="{E5C43573-9A93-4F16-9EC9-B5023657B9F9}" srcOrd="0" destOrd="1" presId="urn:microsoft.com/office/officeart/2005/8/layout/vList5"/>
    <dgm:cxn modelId="{80784FEF-E70D-4529-B885-DB9C8AD4DB86}" srcId="{C4B166B7-D731-4E1D-B590-BDE9603E1793}" destId="{B9620B80-8421-4F27-AF6D-E889AD17EE3C}" srcOrd="3" destOrd="0" parTransId="{CB0F28EC-1E00-495C-8D82-C024AD4BB3A5}" sibTransId="{76FCAE72-AEAC-4186-BE4D-0360BBBB1316}"/>
    <dgm:cxn modelId="{D7FC4B0D-A14B-4F01-8A0C-4B7E315B303E}" srcId="{A81DF898-66F3-4D2C-8FDB-55F814F20E20}" destId="{0B93CE35-3840-4937-AACA-388158923A9D}" srcOrd="1" destOrd="0" parTransId="{B8594A45-D583-463C-8479-8E8A00F9754C}" sibTransId="{810B7244-C83E-434A-8564-C9E0FCDE14C3}"/>
    <dgm:cxn modelId="{A6579351-C476-4D5E-9EDB-A533308E2BF2}" srcId="{D8B96001-9221-4E64-AE7C-D3F7B8DA8A12}" destId="{4C150CD3-B462-41F6-8B6A-818AAACCD3AA}" srcOrd="0" destOrd="0" parTransId="{0B7AC255-C499-4436-9D94-E798993B9D88}" sibTransId="{4B19D738-B451-48C7-868F-891DF41E86FA}"/>
    <dgm:cxn modelId="{764EA7F8-2C5C-47AB-8D21-0B08E3F3997C}" type="presOf" srcId="{08379CA3-3947-4E39-9EEC-EA79094A65BB}" destId="{E5C43573-9A93-4F16-9EC9-B5023657B9F9}" srcOrd="0" destOrd="0" presId="urn:microsoft.com/office/officeart/2005/8/layout/vList5"/>
    <dgm:cxn modelId="{F1B96A7B-7F8C-4E20-BA47-B423B80476E2}" type="presOf" srcId="{B6F7E104-220D-4DC1-816F-41D3C6C25A35}" destId="{200F28CB-B80B-410D-A274-A7B70255019B}" srcOrd="0" destOrd="1" presId="urn:microsoft.com/office/officeart/2005/8/layout/vList5"/>
    <dgm:cxn modelId="{7F3A6158-1D06-4061-9384-AC9CDEB2B684}" type="presOf" srcId="{9960F975-F162-4F7C-9623-7BF4AE769486}" destId="{200F28CB-B80B-410D-A274-A7B70255019B}" srcOrd="0" destOrd="0" presId="urn:microsoft.com/office/officeart/2005/8/layout/vList5"/>
    <dgm:cxn modelId="{6C30CD96-C2FC-496E-862A-0F8357D359B2}" srcId="{C4B166B7-D731-4E1D-B590-BDE9603E1793}" destId="{D8B96001-9221-4E64-AE7C-D3F7B8DA8A12}" srcOrd="0" destOrd="0" parTransId="{57BF11E1-B3F6-423A-94A2-E2618F2BE518}" sibTransId="{022D03BD-AC96-4476-8BFA-C161A76EB1DD}"/>
    <dgm:cxn modelId="{9BC520E6-0254-42C9-9DA1-56FA8315E1D8}" srcId="{C4B166B7-D731-4E1D-B590-BDE9603E1793}" destId="{A81DF898-66F3-4D2C-8FDB-55F814F20E20}" srcOrd="2" destOrd="0" parTransId="{153CABC0-D3E2-485F-95FC-DDAD1C1CBD23}" sibTransId="{B24AE7AB-8A5D-4A8C-BA0E-6D1E03EB5431}"/>
    <dgm:cxn modelId="{C36732E9-D5BE-4631-8C4E-319D6322C22E}" srcId="{D8B96001-9221-4E64-AE7C-D3F7B8DA8A12}" destId="{9776703E-9F85-40C6-A1AE-F9CC4E715DB7}" srcOrd="1" destOrd="0" parTransId="{DA78291F-1ACE-4B98-80A9-8022BB5B8411}" sibTransId="{CF1BE0DD-1CD8-413B-9C4E-BB52D41107BF}"/>
    <dgm:cxn modelId="{352F1EB9-E914-4989-A649-F4A43BAE8196}" type="presOf" srcId="{4C150CD3-B462-41F6-8B6A-818AAACCD3AA}" destId="{183A2FD4-3C04-41B1-B973-946DF70162A1}" srcOrd="0" destOrd="0" presId="urn:microsoft.com/office/officeart/2005/8/layout/vList5"/>
    <dgm:cxn modelId="{012D6BEA-EC55-4258-8E45-E854C0BD9A4C}" srcId="{B9620B80-8421-4F27-AF6D-E889AD17EE3C}" destId="{B6F7E104-220D-4DC1-816F-41D3C6C25A35}" srcOrd="1" destOrd="0" parTransId="{EBFEFCB7-9801-4161-9760-41A2169906A0}" sibTransId="{82DBB1A5-D948-4BDB-B65E-2DB73A8CA234}"/>
    <dgm:cxn modelId="{F1F26871-8122-4135-BF18-2C10BFAB1107}" type="presOf" srcId="{C4B166B7-D731-4E1D-B590-BDE9603E1793}" destId="{E648F54B-C581-4D52-9238-5051AC42A81E}" srcOrd="0" destOrd="0" presId="urn:microsoft.com/office/officeart/2005/8/layout/vList5"/>
    <dgm:cxn modelId="{9BD82656-268A-412F-AEC2-51C4C7F9CC84}" type="presOf" srcId="{D8B96001-9221-4E64-AE7C-D3F7B8DA8A12}" destId="{437C16D3-0598-4A97-84CC-610CDA1F44E4}" srcOrd="0" destOrd="0" presId="urn:microsoft.com/office/officeart/2005/8/layout/vList5"/>
    <dgm:cxn modelId="{4B210720-8D20-4C20-B17A-3D69F1C378DB}" type="presOf" srcId="{CA71F47D-EEBC-4008-8009-23F0039E7060}" destId="{4B90752D-42DB-4B70-80EF-7AC08C9FC3C7}" srcOrd="0" destOrd="0" presId="urn:microsoft.com/office/officeart/2005/8/layout/vList5"/>
    <dgm:cxn modelId="{FA1AAC1C-EBA3-4632-AB2F-9D5373572DB3}" type="presOf" srcId="{A81DF898-66F3-4D2C-8FDB-55F814F20E20}" destId="{BB176F69-FE13-4309-96B4-5D0623F44F5C}" srcOrd="0" destOrd="0" presId="urn:microsoft.com/office/officeart/2005/8/layout/vList5"/>
    <dgm:cxn modelId="{CE4B5C34-2C3E-4632-B461-FA2B205DD81E}" type="presOf" srcId="{B9620B80-8421-4F27-AF6D-E889AD17EE3C}" destId="{22D5C0DA-E8B7-4F91-B76C-04697704732E}" srcOrd="0" destOrd="0" presId="urn:microsoft.com/office/officeart/2005/8/layout/vList5"/>
    <dgm:cxn modelId="{E01F3907-5454-46E1-9717-64F441429608}" srcId="{F0F0A1FA-355A-43B9-A2C1-8B8259EDD6B2}" destId="{155DA1E5-439B-411B-AEB8-D4FCC5132C57}" srcOrd="1" destOrd="0" parTransId="{F31CDF12-DA43-4D8D-A985-380D7E53E22E}" sibTransId="{11F231AD-D803-48F3-8FBD-CA9C096EC5AC}"/>
    <dgm:cxn modelId="{1C1F9C8F-5E13-43F6-8E35-32D64ECBB320}" srcId="{A81DF898-66F3-4D2C-8FDB-55F814F20E20}" destId="{CA71F47D-EEBC-4008-8009-23F0039E7060}" srcOrd="0" destOrd="0" parTransId="{415C8C5B-6D5E-4EEE-96F0-EB9DB8AFBD53}" sibTransId="{CEA0F11A-8BC0-4BE9-B555-5548F571BAD8}"/>
    <dgm:cxn modelId="{9CE7C137-60CA-4FD2-88EC-8E59193CB26A}" srcId="{F0F0A1FA-355A-43B9-A2C1-8B8259EDD6B2}" destId="{08379CA3-3947-4E39-9EEC-EA79094A65BB}" srcOrd="0" destOrd="0" parTransId="{71E3AC85-2271-46F9-A63E-422862DAFC28}" sibTransId="{EBC05711-E5E9-433A-8192-8E9EDA3654AB}"/>
    <dgm:cxn modelId="{F4FE5C26-E501-4AFB-ABA2-96D747972361}" srcId="{B9620B80-8421-4F27-AF6D-E889AD17EE3C}" destId="{9960F975-F162-4F7C-9623-7BF4AE769486}" srcOrd="0" destOrd="0" parTransId="{A513D1E1-0C94-4447-8FBB-DCB8BC5D38AC}" sibTransId="{70AC7E39-69A6-42AB-93F3-F2C574BE060C}"/>
    <dgm:cxn modelId="{4E5406CF-6008-4048-B2F4-BA926B5C712B}" type="presParOf" srcId="{E648F54B-C581-4D52-9238-5051AC42A81E}" destId="{31287756-FDEB-4459-8DEB-9D0871046A2A}" srcOrd="0" destOrd="0" presId="urn:microsoft.com/office/officeart/2005/8/layout/vList5"/>
    <dgm:cxn modelId="{36DDD3AD-2EAD-4982-BB0F-4C802BFD098A}" type="presParOf" srcId="{31287756-FDEB-4459-8DEB-9D0871046A2A}" destId="{437C16D3-0598-4A97-84CC-610CDA1F44E4}" srcOrd="0" destOrd="0" presId="urn:microsoft.com/office/officeart/2005/8/layout/vList5"/>
    <dgm:cxn modelId="{4E44E7C8-B25B-414D-BF30-6C3D5B350A1A}" type="presParOf" srcId="{31287756-FDEB-4459-8DEB-9D0871046A2A}" destId="{183A2FD4-3C04-41B1-B973-946DF70162A1}" srcOrd="1" destOrd="0" presId="urn:microsoft.com/office/officeart/2005/8/layout/vList5"/>
    <dgm:cxn modelId="{01718410-5D03-4BAF-A7FF-9B8BD56434E3}" type="presParOf" srcId="{E648F54B-C581-4D52-9238-5051AC42A81E}" destId="{EBE4A4F6-F6D5-4243-9ACD-8DB135C47D76}" srcOrd="1" destOrd="0" presId="urn:microsoft.com/office/officeart/2005/8/layout/vList5"/>
    <dgm:cxn modelId="{44507F6F-D434-4E95-AD64-3BC7A755B3A6}" type="presParOf" srcId="{E648F54B-C581-4D52-9238-5051AC42A81E}" destId="{B1D25970-0942-4E63-A5A7-782792F38A8C}" srcOrd="2" destOrd="0" presId="urn:microsoft.com/office/officeart/2005/8/layout/vList5"/>
    <dgm:cxn modelId="{FE32E533-77BE-477A-80E4-C074BFA56CF7}" type="presParOf" srcId="{B1D25970-0942-4E63-A5A7-782792F38A8C}" destId="{DB65BDD8-3F34-4DF2-B7A0-1617F30581C2}" srcOrd="0" destOrd="0" presId="urn:microsoft.com/office/officeart/2005/8/layout/vList5"/>
    <dgm:cxn modelId="{33D5CDC8-55AB-4AB3-B9EA-2F1939BFA35C}" type="presParOf" srcId="{B1D25970-0942-4E63-A5A7-782792F38A8C}" destId="{E5C43573-9A93-4F16-9EC9-B5023657B9F9}" srcOrd="1" destOrd="0" presId="urn:microsoft.com/office/officeart/2005/8/layout/vList5"/>
    <dgm:cxn modelId="{EC35963B-3300-4162-B5B3-C2B5CF4114B6}" type="presParOf" srcId="{E648F54B-C581-4D52-9238-5051AC42A81E}" destId="{FFF486C4-C1EB-47B7-9FB5-BF9E98689935}" srcOrd="3" destOrd="0" presId="urn:microsoft.com/office/officeart/2005/8/layout/vList5"/>
    <dgm:cxn modelId="{627E6200-00CB-40F4-89CC-8B3CD4778AA8}" type="presParOf" srcId="{E648F54B-C581-4D52-9238-5051AC42A81E}" destId="{11B4123B-D18C-4911-A8E0-D1DAC993CA12}" srcOrd="4" destOrd="0" presId="urn:microsoft.com/office/officeart/2005/8/layout/vList5"/>
    <dgm:cxn modelId="{B11B9EB8-8873-4CE3-895B-0BCD6B367632}" type="presParOf" srcId="{11B4123B-D18C-4911-A8E0-D1DAC993CA12}" destId="{BB176F69-FE13-4309-96B4-5D0623F44F5C}" srcOrd="0" destOrd="0" presId="urn:microsoft.com/office/officeart/2005/8/layout/vList5"/>
    <dgm:cxn modelId="{9D352CAD-3457-41ED-8CBC-572E011C5A29}" type="presParOf" srcId="{11B4123B-D18C-4911-A8E0-D1DAC993CA12}" destId="{4B90752D-42DB-4B70-80EF-7AC08C9FC3C7}" srcOrd="1" destOrd="0" presId="urn:microsoft.com/office/officeart/2005/8/layout/vList5"/>
    <dgm:cxn modelId="{359DD2DE-05F4-42F1-B636-9E481F86F236}" type="presParOf" srcId="{E648F54B-C581-4D52-9238-5051AC42A81E}" destId="{15427300-F7E4-4BB0-BD91-8A7C937580BD}" srcOrd="5" destOrd="0" presId="urn:microsoft.com/office/officeart/2005/8/layout/vList5"/>
    <dgm:cxn modelId="{00701706-B3FA-408F-B6BC-FCBA10CD954F}" type="presParOf" srcId="{E648F54B-C581-4D52-9238-5051AC42A81E}" destId="{7921E827-F363-4D6D-81F6-60444CC88D7C}" srcOrd="6" destOrd="0" presId="urn:microsoft.com/office/officeart/2005/8/layout/vList5"/>
    <dgm:cxn modelId="{FCC76218-796F-45F1-AEB9-282DE670B70F}" type="presParOf" srcId="{7921E827-F363-4D6D-81F6-60444CC88D7C}" destId="{22D5C0DA-E8B7-4F91-B76C-04697704732E}" srcOrd="0" destOrd="0" presId="urn:microsoft.com/office/officeart/2005/8/layout/vList5"/>
    <dgm:cxn modelId="{4F70D932-EF54-4CF9-B4A4-28BBC47F0C07}" type="presParOf" srcId="{7921E827-F363-4D6D-81F6-60444CC88D7C}" destId="{200F28CB-B80B-410D-A274-A7B70255019B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83A2FD4-3C04-41B1-B973-946DF70162A1}">
      <dsp:nvSpPr>
        <dsp:cNvPr id="0" name=""/>
        <dsp:cNvSpPr/>
      </dsp:nvSpPr>
      <dsp:spPr>
        <a:xfrm rot="5400000">
          <a:off x="3929660" y="-1670912"/>
          <a:ext cx="454594" cy="3912430"/>
        </a:xfrm>
        <a:prstGeom prst="round2SameRect">
          <a:avLst/>
        </a:prstGeom>
        <a:gradFill flip="none" rotWithShape="0">
          <a:gsLst>
            <a:gs pos="0">
              <a:srgbClr val="7030A0">
                <a:tint val="66000"/>
                <a:satMod val="160000"/>
              </a:srgbClr>
            </a:gs>
            <a:gs pos="50000">
              <a:srgbClr val="7030A0">
                <a:tint val="44500"/>
                <a:satMod val="160000"/>
              </a:srgbClr>
            </a:gs>
            <a:gs pos="100000">
              <a:srgbClr val="7030A0">
                <a:tint val="23500"/>
                <a:satMod val="160000"/>
              </a:srgbClr>
            </a:gs>
          </a:gsLst>
          <a:path path="circle">
            <a:fillToRect l="50000" t="50000" r="50000" b="50000"/>
          </a:path>
          <a:tileRect/>
        </a:gra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22860" rIns="45720" bIns="22860" numCol="1" spcCol="1270" anchor="ctr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200" kern="1200" dirty="0" smtClean="0"/>
            <a:t>Orientation: high precision</a:t>
          </a:r>
          <a:endParaRPr lang="en-US" sz="1200" kern="1200" dirty="0"/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200" kern="1200" dirty="0" smtClean="0"/>
            <a:t>Spatial Frequency: low variability</a:t>
          </a:r>
          <a:endParaRPr lang="en-US" sz="1200" kern="1200" dirty="0"/>
        </a:p>
      </dsp:txBody>
      <dsp:txXfrm rot="-5400000">
        <a:off x="2200743" y="80196"/>
        <a:ext cx="3890239" cy="410212"/>
      </dsp:txXfrm>
    </dsp:sp>
    <dsp:sp modelId="{437C16D3-0598-4A97-84CC-610CDA1F44E4}">
      <dsp:nvSpPr>
        <dsp:cNvPr id="0" name=""/>
        <dsp:cNvSpPr/>
      </dsp:nvSpPr>
      <dsp:spPr>
        <a:xfrm>
          <a:off x="0" y="1181"/>
          <a:ext cx="2200742" cy="568243"/>
        </a:xfrm>
        <a:prstGeom prst="roundRect">
          <a:avLst/>
        </a:prstGeom>
        <a:gradFill flip="none" rotWithShape="0">
          <a:gsLst>
            <a:gs pos="0">
              <a:srgbClr val="7030A0">
                <a:tint val="66000"/>
                <a:satMod val="160000"/>
              </a:srgbClr>
            </a:gs>
            <a:gs pos="50000">
              <a:srgbClr val="7030A0">
                <a:tint val="44500"/>
                <a:satMod val="160000"/>
              </a:srgbClr>
            </a:gs>
            <a:gs pos="100000">
              <a:srgbClr val="7030A0">
                <a:tint val="23500"/>
                <a:satMod val="160000"/>
              </a:srgbClr>
            </a:gs>
          </a:gsLst>
          <a:path path="circle">
            <a:fillToRect l="50000" t="50000" r="50000" b="50000"/>
          </a:path>
          <a:tileRect/>
        </a:gra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53340" rIns="106680" bIns="53340" numCol="1" spcCol="1270" anchor="ctr" anchorCtr="0">
          <a:noAutofit/>
        </a:bodyPr>
        <a:lstStyle/>
        <a:p>
          <a:pPr lvl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800" kern="1200" dirty="0" smtClean="0"/>
            <a:t>Group 1</a:t>
          </a:r>
          <a:endParaRPr lang="en-US" sz="2800" kern="1200" dirty="0"/>
        </a:p>
      </dsp:txBody>
      <dsp:txXfrm>
        <a:off x="27739" y="28920"/>
        <a:ext cx="2145264" cy="512765"/>
      </dsp:txXfrm>
    </dsp:sp>
    <dsp:sp modelId="{E5C43573-9A93-4F16-9EC9-B5023657B9F9}">
      <dsp:nvSpPr>
        <dsp:cNvPr id="0" name=""/>
        <dsp:cNvSpPr/>
      </dsp:nvSpPr>
      <dsp:spPr>
        <a:xfrm rot="5400000">
          <a:off x="3929660" y="-1074256"/>
          <a:ext cx="454594" cy="3912430"/>
        </a:xfrm>
        <a:prstGeom prst="round2SameRect">
          <a:avLst/>
        </a:prstGeom>
        <a:gradFill flip="none" rotWithShape="0">
          <a:gsLst>
            <a:gs pos="0">
              <a:srgbClr val="7030A0">
                <a:tint val="66000"/>
                <a:satMod val="160000"/>
              </a:srgbClr>
            </a:gs>
            <a:gs pos="50000">
              <a:srgbClr val="7030A0">
                <a:tint val="44500"/>
                <a:satMod val="160000"/>
              </a:srgbClr>
            </a:gs>
            <a:gs pos="100000">
              <a:srgbClr val="7030A0">
                <a:tint val="23500"/>
                <a:satMod val="160000"/>
              </a:srgbClr>
            </a:gs>
          </a:gsLst>
          <a:path path="circle">
            <a:fillToRect l="50000" t="50000" r="50000" b="50000"/>
          </a:path>
          <a:tileRect/>
        </a:gra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22860" rIns="45720" bIns="22860" numCol="1" spcCol="1270" anchor="ctr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200" kern="1200" dirty="0" smtClean="0"/>
            <a:t>Orientation: high precision</a:t>
          </a:r>
          <a:endParaRPr lang="en-US" sz="1200" kern="1200" dirty="0"/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200" kern="1200" dirty="0" smtClean="0"/>
            <a:t>Special Frequency: high variability</a:t>
          </a:r>
          <a:endParaRPr lang="en-US" sz="1200" kern="1200" dirty="0"/>
        </a:p>
      </dsp:txBody>
      <dsp:txXfrm rot="-5400000">
        <a:off x="2200743" y="676852"/>
        <a:ext cx="3890239" cy="410212"/>
      </dsp:txXfrm>
    </dsp:sp>
    <dsp:sp modelId="{DB65BDD8-3F34-4DF2-B7A0-1617F30581C2}">
      <dsp:nvSpPr>
        <dsp:cNvPr id="0" name=""/>
        <dsp:cNvSpPr/>
      </dsp:nvSpPr>
      <dsp:spPr>
        <a:xfrm>
          <a:off x="0" y="597837"/>
          <a:ext cx="2200742" cy="568243"/>
        </a:xfrm>
        <a:prstGeom prst="roundRect">
          <a:avLst/>
        </a:prstGeom>
        <a:gradFill flip="none" rotWithShape="0">
          <a:gsLst>
            <a:gs pos="0">
              <a:srgbClr val="7030A0">
                <a:tint val="66000"/>
                <a:satMod val="160000"/>
              </a:srgbClr>
            </a:gs>
            <a:gs pos="50000">
              <a:srgbClr val="7030A0">
                <a:tint val="44500"/>
                <a:satMod val="160000"/>
              </a:srgbClr>
            </a:gs>
            <a:gs pos="100000">
              <a:srgbClr val="7030A0">
                <a:tint val="23500"/>
                <a:satMod val="160000"/>
              </a:srgbClr>
            </a:gs>
          </a:gsLst>
          <a:path path="circle">
            <a:fillToRect l="50000" t="50000" r="50000" b="50000"/>
          </a:path>
          <a:tileRect/>
        </a:gra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53340" rIns="106680" bIns="53340" numCol="1" spcCol="1270" anchor="ctr" anchorCtr="0">
          <a:noAutofit/>
        </a:bodyPr>
        <a:lstStyle/>
        <a:p>
          <a:pPr lvl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800" kern="1200" dirty="0" smtClean="0"/>
            <a:t>Group 2</a:t>
          </a:r>
          <a:endParaRPr lang="en-US" sz="2800" kern="1200" dirty="0"/>
        </a:p>
      </dsp:txBody>
      <dsp:txXfrm>
        <a:off x="27739" y="625576"/>
        <a:ext cx="2145264" cy="512765"/>
      </dsp:txXfrm>
    </dsp:sp>
    <dsp:sp modelId="{4B90752D-42DB-4B70-80EF-7AC08C9FC3C7}">
      <dsp:nvSpPr>
        <dsp:cNvPr id="0" name=""/>
        <dsp:cNvSpPr/>
      </dsp:nvSpPr>
      <dsp:spPr>
        <a:xfrm rot="5400000">
          <a:off x="3929660" y="-477601"/>
          <a:ext cx="454594" cy="3912430"/>
        </a:xfrm>
        <a:prstGeom prst="round2SameRect">
          <a:avLst/>
        </a:prstGeom>
        <a:gradFill flip="none" rotWithShape="0">
          <a:gsLst>
            <a:gs pos="0">
              <a:srgbClr val="7030A0">
                <a:tint val="66000"/>
                <a:satMod val="160000"/>
              </a:srgbClr>
            </a:gs>
            <a:gs pos="50000">
              <a:srgbClr val="7030A0">
                <a:tint val="44500"/>
                <a:satMod val="160000"/>
              </a:srgbClr>
            </a:gs>
            <a:gs pos="100000">
              <a:srgbClr val="7030A0">
                <a:tint val="23500"/>
                <a:satMod val="160000"/>
              </a:srgbClr>
            </a:gs>
          </a:gsLst>
          <a:path path="circle">
            <a:fillToRect l="50000" t="50000" r="50000" b="50000"/>
          </a:path>
          <a:tileRect/>
        </a:gra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22860" rIns="45720" bIns="22860" numCol="1" spcCol="1270" anchor="ctr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200" kern="1200" dirty="0" smtClean="0"/>
            <a:t>Orientation: low precision</a:t>
          </a:r>
          <a:endParaRPr lang="en-US" sz="1200" kern="1200" dirty="0"/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200" kern="1200" dirty="0" smtClean="0"/>
            <a:t>Special Frequency: low variability</a:t>
          </a:r>
          <a:endParaRPr lang="en-US" sz="1200" kern="1200" dirty="0"/>
        </a:p>
      </dsp:txBody>
      <dsp:txXfrm rot="-5400000">
        <a:off x="2200743" y="1273507"/>
        <a:ext cx="3890239" cy="410212"/>
      </dsp:txXfrm>
    </dsp:sp>
    <dsp:sp modelId="{BB176F69-FE13-4309-96B4-5D0623F44F5C}">
      <dsp:nvSpPr>
        <dsp:cNvPr id="0" name=""/>
        <dsp:cNvSpPr/>
      </dsp:nvSpPr>
      <dsp:spPr>
        <a:xfrm>
          <a:off x="0" y="1194492"/>
          <a:ext cx="2200742" cy="568243"/>
        </a:xfrm>
        <a:prstGeom prst="roundRect">
          <a:avLst/>
        </a:prstGeom>
        <a:gradFill flip="none" rotWithShape="0">
          <a:gsLst>
            <a:gs pos="0">
              <a:srgbClr val="7030A0">
                <a:tint val="66000"/>
                <a:satMod val="160000"/>
              </a:srgbClr>
            </a:gs>
            <a:gs pos="50000">
              <a:srgbClr val="7030A0">
                <a:tint val="44500"/>
                <a:satMod val="160000"/>
              </a:srgbClr>
            </a:gs>
            <a:gs pos="100000">
              <a:srgbClr val="7030A0">
                <a:tint val="23500"/>
                <a:satMod val="160000"/>
              </a:srgbClr>
            </a:gs>
          </a:gsLst>
          <a:path path="circle">
            <a:fillToRect l="50000" t="50000" r="50000" b="50000"/>
          </a:path>
          <a:tileRect/>
        </a:gra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53340" rIns="106680" bIns="53340" numCol="1" spcCol="1270" anchor="ctr" anchorCtr="0">
          <a:noAutofit/>
        </a:bodyPr>
        <a:lstStyle/>
        <a:p>
          <a:pPr lvl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800" kern="1200" dirty="0" smtClean="0"/>
            <a:t>Group 3</a:t>
          </a:r>
          <a:endParaRPr lang="en-US" sz="2800" kern="1200" dirty="0"/>
        </a:p>
      </dsp:txBody>
      <dsp:txXfrm>
        <a:off x="27739" y="1222231"/>
        <a:ext cx="2145264" cy="512765"/>
      </dsp:txXfrm>
    </dsp:sp>
    <dsp:sp modelId="{200F28CB-B80B-410D-A274-A7B70255019B}">
      <dsp:nvSpPr>
        <dsp:cNvPr id="0" name=""/>
        <dsp:cNvSpPr/>
      </dsp:nvSpPr>
      <dsp:spPr>
        <a:xfrm rot="5400000">
          <a:off x="3929660" y="119054"/>
          <a:ext cx="454594" cy="3912430"/>
        </a:xfrm>
        <a:prstGeom prst="round2SameRect">
          <a:avLst/>
        </a:prstGeom>
        <a:gradFill flip="none" rotWithShape="0">
          <a:gsLst>
            <a:gs pos="0">
              <a:srgbClr val="7030A0">
                <a:tint val="66000"/>
                <a:satMod val="160000"/>
              </a:srgbClr>
            </a:gs>
            <a:gs pos="50000">
              <a:srgbClr val="7030A0">
                <a:tint val="44500"/>
                <a:satMod val="160000"/>
              </a:srgbClr>
            </a:gs>
            <a:gs pos="100000">
              <a:srgbClr val="7030A0">
                <a:tint val="23500"/>
                <a:satMod val="160000"/>
              </a:srgbClr>
            </a:gs>
          </a:gsLst>
          <a:path path="circle">
            <a:fillToRect l="50000" t="50000" r="50000" b="50000"/>
          </a:path>
          <a:tileRect/>
        </a:gra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22860" rIns="45720" bIns="22860" numCol="1" spcCol="1270" anchor="ctr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200" kern="1200" dirty="0" smtClean="0"/>
            <a:t>Orientation: low precision</a:t>
          </a:r>
          <a:endParaRPr lang="en-US" sz="1200" kern="1200" dirty="0"/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200" kern="1200" dirty="0" smtClean="0"/>
            <a:t>Special Frequency: high variability</a:t>
          </a:r>
          <a:endParaRPr lang="en-US" sz="1200" kern="1200" dirty="0"/>
        </a:p>
      </dsp:txBody>
      <dsp:txXfrm rot="-5400000">
        <a:off x="2200743" y="1870163"/>
        <a:ext cx="3890239" cy="410212"/>
      </dsp:txXfrm>
    </dsp:sp>
    <dsp:sp modelId="{22D5C0DA-E8B7-4F91-B76C-04697704732E}">
      <dsp:nvSpPr>
        <dsp:cNvPr id="0" name=""/>
        <dsp:cNvSpPr/>
      </dsp:nvSpPr>
      <dsp:spPr>
        <a:xfrm>
          <a:off x="0" y="1791148"/>
          <a:ext cx="2200742" cy="568243"/>
        </a:xfrm>
        <a:prstGeom prst="roundRect">
          <a:avLst/>
        </a:prstGeom>
        <a:gradFill flip="none" rotWithShape="0">
          <a:gsLst>
            <a:gs pos="0">
              <a:srgbClr val="7030A0">
                <a:tint val="66000"/>
                <a:satMod val="160000"/>
              </a:srgbClr>
            </a:gs>
            <a:gs pos="50000">
              <a:srgbClr val="7030A0">
                <a:tint val="44500"/>
                <a:satMod val="160000"/>
              </a:srgbClr>
            </a:gs>
            <a:gs pos="100000">
              <a:srgbClr val="7030A0">
                <a:tint val="23500"/>
                <a:satMod val="160000"/>
              </a:srgbClr>
            </a:gs>
          </a:gsLst>
          <a:path path="circle">
            <a:fillToRect l="50000" t="50000" r="50000" b="50000"/>
          </a:path>
          <a:tileRect/>
        </a:gra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53340" rIns="106680" bIns="53340" numCol="1" spcCol="1270" anchor="ctr" anchorCtr="0">
          <a:noAutofit/>
        </a:bodyPr>
        <a:lstStyle/>
        <a:p>
          <a:pPr lvl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800" kern="1200" dirty="0" smtClean="0"/>
            <a:t>Group 4</a:t>
          </a:r>
          <a:endParaRPr lang="en-US" sz="2800" kern="1200" dirty="0"/>
        </a:p>
      </dsp:txBody>
      <dsp:txXfrm>
        <a:off x="27739" y="1818887"/>
        <a:ext cx="2145264" cy="51276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95274A-9446-4342-A7FD-575973119D58}" type="datetimeFigureOut">
              <a:rPr lang="en-US" smtClean="0"/>
              <a:t>7/1/2021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D79E8F-B129-4646-A59C-0A96365EF8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4829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95274A-9446-4342-A7FD-575973119D58}" type="datetimeFigureOut">
              <a:rPr lang="en-US" smtClean="0"/>
              <a:t>7/1/2021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D79E8F-B129-4646-A59C-0A96365EF8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1900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95274A-9446-4342-A7FD-575973119D58}" type="datetimeFigureOut">
              <a:rPr lang="en-US" smtClean="0"/>
              <a:t>7/1/2021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D79E8F-B129-4646-A59C-0A96365EF8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24871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95274A-9446-4342-A7FD-575973119D58}" type="datetimeFigureOut">
              <a:rPr lang="en-US" smtClean="0"/>
              <a:t>7/1/2021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D79E8F-B129-4646-A59C-0A96365EF8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79047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95274A-9446-4342-A7FD-575973119D58}" type="datetimeFigureOut">
              <a:rPr lang="en-US" smtClean="0"/>
              <a:t>7/1/2021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D79E8F-B129-4646-A59C-0A96365EF8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47890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95274A-9446-4342-A7FD-575973119D58}" type="datetimeFigureOut">
              <a:rPr lang="en-US" smtClean="0"/>
              <a:t>7/1/2021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D79E8F-B129-4646-A59C-0A96365EF8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19410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95274A-9446-4342-A7FD-575973119D58}" type="datetimeFigureOut">
              <a:rPr lang="en-US" smtClean="0"/>
              <a:t>7/1/2021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D79E8F-B129-4646-A59C-0A96365EF8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75049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95274A-9446-4342-A7FD-575973119D58}" type="datetimeFigureOut">
              <a:rPr lang="en-US" smtClean="0"/>
              <a:t>7/1/2021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D79E8F-B129-4646-A59C-0A96365EF8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43605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95274A-9446-4342-A7FD-575973119D58}" type="datetimeFigureOut">
              <a:rPr lang="en-US" smtClean="0"/>
              <a:t>7/1/2021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D79E8F-B129-4646-A59C-0A96365EF8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89982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95274A-9446-4342-A7FD-575973119D58}" type="datetimeFigureOut">
              <a:rPr lang="en-US" smtClean="0"/>
              <a:t>7/1/2021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D79E8F-B129-4646-A59C-0A96365EF8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60544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95274A-9446-4342-A7FD-575973119D58}" type="datetimeFigureOut">
              <a:rPr lang="en-US" smtClean="0"/>
              <a:t>7/1/2021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D79E8F-B129-4646-A59C-0A96365EF8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49671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995274A-9446-4342-A7FD-575973119D58}" type="datetimeFigureOut">
              <a:rPr lang="en-US" smtClean="0"/>
              <a:t>7/1/2021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D79E8F-B129-4646-A59C-0A96365EF8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63053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Isosceles Triangle 16"/>
          <p:cNvSpPr/>
          <p:nvPr/>
        </p:nvSpPr>
        <p:spPr>
          <a:xfrm rot="5400000">
            <a:off x="3642212" y="947371"/>
            <a:ext cx="259373" cy="641838"/>
          </a:xfrm>
          <a:prstGeom prst="triangle">
            <a:avLst/>
          </a:prstGeom>
          <a:gradFill flip="none" rotWithShape="1">
            <a:gsLst>
              <a:gs pos="0">
                <a:srgbClr val="7030A0">
                  <a:tint val="66000"/>
                  <a:satMod val="160000"/>
                </a:srgbClr>
              </a:gs>
              <a:gs pos="50000">
                <a:srgbClr val="7030A0">
                  <a:tint val="44500"/>
                  <a:satMod val="160000"/>
                </a:srgbClr>
              </a:gs>
              <a:gs pos="100000">
                <a:srgbClr val="7030A0">
                  <a:tint val="23500"/>
                  <a:satMod val="160000"/>
                </a:srgbClr>
              </a:gs>
            </a:gsLst>
            <a:lin ang="540000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Isosceles Triangle 17"/>
          <p:cNvSpPr/>
          <p:nvPr/>
        </p:nvSpPr>
        <p:spPr>
          <a:xfrm rot="5400000">
            <a:off x="3642212" y="1239715"/>
            <a:ext cx="259373" cy="641838"/>
          </a:xfrm>
          <a:prstGeom prst="triangle">
            <a:avLst/>
          </a:prstGeom>
          <a:gradFill flip="none" rotWithShape="1">
            <a:gsLst>
              <a:gs pos="0">
                <a:srgbClr val="7030A0">
                  <a:tint val="66000"/>
                  <a:satMod val="160000"/>
                </a:srgbClr>
              </a:gs>
              <a:gs pos="50000">
                <a:srgbClr val="7030A0">
                  <a:tint val="44500"/>
                  <a:satMod val="160000"/>
                </a:srgbClr>
              </a:gs>
              <a:gs pos="100000">
                <a:srgbClr val="7030A0">
                  <a:tint val="23500"/>
                  <a:satMod val="160000"/>
                </a:srgbClr>
              </a:gs>
            </a:gsLst>
            <a:lin ang="540000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Isosceles Triangle 18"/>
          <p:cNvSpPr/>
          <p:nvPr/>
        </p:nvSpPr>
        <p:spPr>
          <a:xfrm rot="5400000">
            <a:off x="3642212" y="1515574"/>
            <a:ext cx="259373" cy="641838"/>
          </a:xfrm>
          <a:prstGeom prst="triangle">
            <a:avLst/>
          </a:prstGeom>
          <a:gradFill flip="none" rotWithShape="1">
            <a:gsLst>
              <a:gs pos="0">
                <a:srgbClr val="7030A0">
                  <a:tint val="66000"/>
                  <a:satMod val="160000"/>
                </a:srgbClr>
              </a:gs>
              <a:gs pos="50000">
                <a:srgbClr val="7030A0">
                  <a:tint val="44500"/>
                  <a:satMod val="160000"/>
                </a:srgbClr>
              </a:gs>
              <a:gs pos="100000">
                <a:srgbClr val="7030A0">
                  <a:tint val="23500"/>
                  <a:satMod val="160000"/>
                </a:srgbClr>
              </a:gs>
            </a:gsLst>
            <a:lin ang="540000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ound Single Corner Rectangle 19"/>
          <p:cNvSpPr/>
          <p:nvPr/>
        </p:nvSpPr>
        <p:spPr>
          <a:xfrm rot="5400000">
            <a:off x="3780691" y="1446335"/>
            <a:ext cx="844061" cy="219807"/>
          </a:xfrm>
          <a:prstGeom prst="round1Rect">
            <a:avLst/>
          </a:prstGeom>
          <a:gradFill flip="none" rotWithShape="1">
            <a:gsLst>
              <a:gs pos="0">
                <a:srgbClr val="7030A0">
                  <a:tint val="66000"/>
                  <a:satMod val="160000"/>
                </a:srgbClr>
              </a:gs>
              <a:gs pos="50000">
                <a:srgbClr val="7030A0">
                  <a:tint val="44500"/>
                  <a:satMod val="160000"/>
                </a:srgbClr>
              </a:gs>
              <a:gs pos="100000">
                <a:srgbClr val="7030A0">
                  <a:tint val="23500"/>
                  <a:satMod val="160000"/>
                </a:srgbClr>
              </a:gs>
            </a:gsLst>
            <a:lin ang="540000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Isosceles Triangle 20"/>
          <p:cNvSpPr/>
          <p:nvPr/>
        </p:nvSpPr>
        <p:spPr>
          <a:xfrm rot="5400000">
            <a:off x="4503857" y="960559"/>
            <a:ext cx="259373" cy="641838"/>
          </a:xfrm>
          <a:prstGeom prst="triangle">
            <a:avLst/>
          </a:prstGeom>
          <a:gradFill flip="none" rotWithShape="1">
            <a:gsLst>
              <a:gs pos="0">
                <a:srgbClr val="7030A0">
                  <a:tint val="66000"/>
                  <a:satMod val="160000"/>
                </a:srgbClr>
              </a:gs>
              <a:gs pos="50000">
                <a:srgbClr val="7030A0">
                  <a:tint val="44500"/>
                  <a:satMod val="160000"/>
                </a:srgbClr>
              </a:gs>
              <a:gs pos="100000">
                <a:srgbClr val="7030A0">
                  <a:tint val="23500"/>
                  <a:satMod val="160000"/>
                </a:srgbClr>
              </a:gs>
            </a:gsLst>
            <a:lin ang="810000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Isosceles Triangle 21"/>
          <p:cNvSpPr/>
          <p:nvPr/>
        </p:nvSpPr>
        <p:spPr>
          <a:xfrm rot="5400000">
            <a:off x="4503857" y="1252903"/>
            <a:ext cx="259373" cy="641838"/>
          </a:xfrm>
          <a:prstGeom prst="triangle">
            <a:avLst/>
          </a:prstGeom>
          <a:gradFill flip="none" rotWithShape="1">
            <a:gsLst>
              <a:gs pos="0">
                <a:srgbClr val="7030A0">
                  <a:tint val="66000"/>
                  <a:satMod val="160000"/>
                </a:srgbClr>
              </a:gs>
              <a:gs pos="50000">
                <a:srgbClr val="7030A0">
                  <a:tint val="44500"/>
                  <a:satMod val="160000"/>
                </a:srgbClr>
              </a:gs>
              <a:gs pos="100000">
                <a:srgbClr val="7030A0">
                  <a:tint val="23500"/>
                  <a:satMod val="160000"/>
                </a:srgbClr>
              </a:gs>
            </a:gsLst>
            <a:lin ang="810000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Isosceles Triangle 22"/>
          <p:cNvSpPr/>
          <p:nvPr/>
        </p:nvSpPr>
        <p:spPr>
          <a:xfrm rot="5400000">
            <a:off x="4503857" y="1528762"/>
            <a:ext cx="259373" cy="641838"/>
          </a:xfrm>
          <a:prstGeom prst="triangle">
            <a:avLst/>
          </a:prstGeom>
          <a:gradFill flip="none" rotWithShape="1">
            <a:gsLst>
              <a:gs pos="0">
                <a:srgbClr val="7030A0">
                  <a:tint val="66000"/>
                  <a:satMod val="160000"/>
                </a:srgbClr>
              </a:gs>
              <a:gs pos="50000">
                <a:srgbClr val="7030A0">
                  <a:tint val="44500"/>
                  <a:satMod val="160000"/>
                </a:srgbClr>
              </a:gs>
              <a:gs pos="100000">
                <a:srgbClr val="7030A0">
                  <a:tint val="23500"/>
                  <a:satMod val="160000"/>
                </a:srgbClr>
              </a:gs>
            </a:gsLst>
            <a:lin ang="810000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ound Single Corner Rectangle 23"/>
          <p:cNvSpPr/>
          <p:nvPr/>
        </p:nvSpPr>
        <p:spPr>
          <a:xfrm rot="5400000">
            <a:off x="4593977" y="1446335"/>
            <a:ext cx="844061" cy="219807"/>
          </a:xfrm>
          <a:prstGeom prst="round1Rect">
            <a:avLst/>
          </a:prstGeom>
          <a:gradFill flip="none" rotWithShape="1">
            <a:gsLst>
              <a:gs pos="0">
                <a:srgbClr val="7030A0">
                  <a:tint val="66000"/>
                  <a:satMod val="160000"/>
                </a:srgbClr>
              </a:gs>
              <a:gs pos="50000">
                <a:srgbClr val="7030A0">
                  <a:tint val="44500"/>
                  <a:satMod val="160000"/>
                </a:srgbClr>
              </a:gs>
              <a:gs pos="100000">
                <a:srgbClr val="7030A0">
                  <a:tint val="23500"/>
                  <a:satMod val="160000"/>
                </a:srgbClr>
              </a:gs>
            </a:gsLst>
            <a:lin ang="540000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Isosceles Triangle 24"/>
          <p:cNvSpPr/>
          <p:nvPr/>
        </p:nvSpPr>
        <p:spPr>
          <a:xfrm rot="5400000">
            <a:off x="5317143" y="960559"/>
            <a:ext cx="259373" cy="641838"/>
          </a:xfrm>
          <a:prstGeom prst="triangle">
            <a:avLst/>
          </a:prstGeom>
          <a:gradFill flip="none" rotWithShape="1">
            <a:gsLst>
              <a:gs pos="0">
                <a:srgbClr val="7030A0">
                  <a:tint val="66000"/>
                  <a:satMod val="160000"/>
                </a:srgbClr>
              </a:gs>
              <a:gs pos="50000">
                <a:srgbClr val="7030A0">
                  <a:tint val="44500"/>
                  <a:satMod val="160000"/>
                </a:srgbClr>
              </a:gs>
              <a:gs pos="100000">
                <a:srgbClr val="7030A0">
                  <a:tint val="23500"/>
                  <a:satMod val="160000"/>
                </a:srgbClr>
              </a:gs>
            </a:gsLst>
            <a:lin ang="810000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Isosceles Triangle 25"/>
          <p:cNvSpPr/>
          <p:nvPr/>
        </p:nvSpPr>
        <p:spPr>
          <a:xfrm rot="5400000">
            <a:off x="5317143" y="1252903"/>
            <a:ext cx="259373" cy="641838"/>
          </a:xfrm>
          <a:prstGeom prst="triangle">
            <a:avLst/>
          </a:prstGeom>
          <a:gradFill flip="none" rotWithShape="1">
            <a:gsLst>
              <a:gs pos="0">
                <a:srgbClr val="7030A0">
                  <a:tint val="66000"/>
                  <a:satMod val="160000"/>
                </a:srgbClr>
              </a:gs>
              <a:gs pos="50000">
                <a:srgbClr val="7030A0">
                  <a:tint val="44500"/>
                  <a:satMod val="160000"/>
                </a:srgbClr>
              </a:gs>
              <a:gs pos="100000">
                <a:srgbClr val="7030A0">
                  <a:tint val="23500"/>
                  <a:satMod val="160000"/>
                </a:srgbClr>
              </a:gs>
            </a:gsLst>
            <a:lin ang="810000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Isosceles Triangle 26"/>
          <p:cNvSpPr/>
          <p:nvPr/>
        </p:nvSpPr>
        <p:spPr>
          <a:xfrm rot="5400000">
            <a:off x="5317143" y="1528762"/>
            <a:ext cx="259373" cy="641838"/>
          </a:xfrm>
          <a:prstGeom prst="triangle">
            <a:avLst/>
          </a:prstGeom>
          <a:gradFill flip="none" rotWithShape="1">
            <a:gsLst>
              <a:gs pos="0">
                <a:srgbClr val="7030A0">
                  <a:tint val="66000"/>
                  <a:satMod val="160000"/>
                </a:srgbClr>
              </a:gs>
              <a:gs pos="50000">
                <a:srgbClr val="7030A0">
                  <a:tint val="44500"/>
                  <a:satMod val="160000"/>
                </a:srgbClr>
              </a:gs>
              <a:gs pos="100000">
                <a:srgbClr val="7030A0">
                  <a:tint val="23500"/>
                  <a:satMod val="160000"/>
                </a:srgbClr>
              </a:gs>
            </a:gsLst>
            <a:lin ang="810000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ound Single Corner Rectangle 27"/>
          <p:cNvSpPr/>
          <p:nvPr/>
        </p:nvSpPr>
        <p:spPr>
          <a:xfrm rot="5400000">
            <a:off x="5457820" y="1446335"/>
            <a:ext cx="844061" cy="219807"/>
          </a:xfrm>
          <a:prstGeom prst="round1Rect">
            <a:avLst/>
          </a:prstGeom>
          <a:gradFill flip="none" rotWithShape="1">
            <a:gsLst>
              <a:gs pos="0">
                <a:srgbClr val="7030A0">
                  <a:tint val="66000"/>
                  <a:satMod val="160000"/>
                </a:srgbClr>
              </a:gs>
              <a:gs pos="50000">
                <a:srgbClr val="7030A0">
                  <a:tint val="44500"/>
                  <a:satMod val="160000"/>
                </a:srgbClr>
              </a:gs>
              <a:gs pos="100000">
                <a:srgbClr val="7030A0">
                  <a:tint val="23500"/>
                  <a:satMod val="160000"/>
                </a:srgbClr>
              </a:gs>
            </a:gsLst>
            <a:lin ang="540000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Isosceles Triangle 28"/>
          <p:cNvSpPr/>
          <p:nvPr/>
        </p:nvSpPr>
        <p:spPr>
          <a:xfrm rot="5400000">
            <a:off x="6180986" y="960559"/>
            <a:ext cx="259373" cy="641838"/>
          </a:xfrm>
          <a:prstGeom prst="triangle">
            <a:avLst/>
          </a:prstGeom>
          <a:gradFill flip="none" rotWithShape="1">
            <a:gsLst>
              <a:gs pos="0">
                <a:srgbClr val="7030A0">
                  <a:tint val="66000"/>
                  <a:satMod val="160000"/>
                </a:srgbClr>
              </a:gs>
              <a:gs pos="50000">
                <a:srgbClr val="7030A0">
                  <a:tint val="44500"/>
                  <a:satMod val="160000"/>
                </a:srgbClr>
              </a:gs>
              <a:gs pos="100000">
                <a:srgbClr val="7030A0">
                  <a:tint val="23500"/>
                  <a:satMod val="160000"/>
                </a:srgbClr>
              </a:gs>
            </a:gsLst>
            <a:lin ang="810000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Isosceles Triangle 29"/>
          <p:cNvSpPr/>
          <p:nvPr/>
        </p:nvSpPr>
        <p:spPr>
          <a:xfrm rot="5400000">
            <a:off x="6180986" y="1252903"/>
            <a:ext cx="259373" cy="641838"/>
          </a:xfrm>
          <a:prstGeom prst="triangle">
            <a:avLst/>
          </a:prstGeom>
          <a:gradFill flip="none" rotWithShape="1">
            <a:gsLst>
              <a:gs pos="0">
                <a:srgbClr val="7030A0">
                  <a:tint val="66000"/>
                  <a:satMod val="160000"/>
                </a:srgbClr>
              </a:gs>
              <a:gs pos="50000">
                <a:srgbClr val="7030A0">
                  <a:tint val="44500"/>
                  <a:satMod val="160000"/>
                </a:srgbClr>
              </a:gs>
              <a:gs pos="100000">
                <a:srgbClr val="7030A0">
                  <a:tint val="23500"/>
                  <a:satMod val="160000"/>
                </a:srgbClr>
              </a:gs>
            </a:gsLst>
            <a:lin ang="810000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Isosceles Triangle 30"/>
          <p:cNvSpPr/>
          <p:nvPr/>
        </p:nvSpPr>
        <p:spPr>
          <a:xfrm rot="5400000">
            <a:off x="6180986" y="1528762"/>
            <a:ext cx="259373" cy="641838"/>
          </a:xfrm>
          <a:prstGeom prst="triangle">
            <a:avLst/>
          </a:prstGeom>
          <a:gradFill flip="none" rotWithShape="1">
            <a:gsLst>
              <a:gs pos="0">
                <a:srgbClr val="7030A0">
                  <a:tint val="66000"/>
                  <a:satMod val="160000"/>
                </a:srgbClr>
              </a:gs>
              <a:gs pos="50000">
                <a:srgbClr val="7030A0">
                  <a:tint val="44500"/>
                  <a:satMod val="160000"/>
                </a:srgbClr>
              </a:gs>
              <a:gs pos="100000">
                <a:srgbClr val="7030A0">
                  <a:tint val="23500"/>
                  <a:satMod val="160000"/>
                </a:srgbClr>
              </a:gs>
            </a:gsLst>
            <a:lin ang="810000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ound Single Corner Rectangle 31"/>
          <p:cNvSpPr/>
          <p:nvPr/>
        </p:nvSpPr>
        <p:spPr>
          <a:xfrm rot="5400000">
            <a:off x="6327160" y="1459525"/>
            <a:ext cx="844061" cy="219807"/>
          </a:xfrm>
          <a:prstGeom prst="round1Rect">
            <a:avLst/>
          </a:prstGeom>
          <a:gradFill flip="none" rotWithShape="1">
            <a:gsLst>
              <a:gs pos="0">
                <a:srgbClr val="7030A0">
                  <a:tint val="66000"/>
                  <a:satMod val="160000"/>
                </a:srgbClr>
              </a:gs>
              <a:gs pos="50000">
                <a:srgbClr val="7030A0">
                  <a:tint val="44500"/>
                  <a:satMod val="160000"/>
                </a:srgbClr>
              </a:gs>
              <a:gs pos="100000">
                <a:srgbClr val="7030A0">
                  <a:tint val="23500"/>
                  <a:satMod val="160000"/>
                </a:srgbClr>
              </a:gs>
            </a:gsLst>
            <a:lin ang="540000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Isosceles Triangle 32"/>
          <p:cNvSpPr/>
          <p:nvPr/>
        </p:nvSpPr>
        <p:spPr>
          <a:xfrm rot="5400000">
            <a:off x="7050326" y="973749"/>
            <a:ext cx="259373" cy="641838"/>
          </a:xfrm>
          <a:prstGeom prst="triangle">
            <a:avLst/>
          </a:prstGeom>
          <a:gradFill flip="none" rotWithShape="1">
            <a:gsLst>
              <a:gs pos="0">
                <a:srgbClr val="7030A0">
                  <a:tint val="66000"/>
                  <a:satMod val="160000"/>
                </a:srgbClr>
              </a:gs>
              <a:gs pos="50000">
                <a:srgbClr val="7030A0">
                  <a:tint val="44500"/>
                  <a:satMod val="160000"/>
                </a:srgbClr>
              </a:gs>
              <a:gs pos="100000">
                <a:srgbClr val="7030A0">
                  <a:tint val="23500"/>
                  <a:satMod val="160000"/>
                </a:srgbClr>
              </a:gs>
            </a:gsLst>
            <a:lin ang="810000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Isosceles Triangle 33"/>
          <p:cNvSpPr/>
          <p:nvPr/>
        </p:nvSpPr>
        <p:spPr>
          <a:xfrm rot="5400000">
            <a:off x="7050326" y="1266093"/>
            <a:ext cx="259373" cy="641838"/>
          </a:xfrm>
          <a:prstGeom prst="triangle">
            <a:avLst/>
          </a:prstGeom>
          <a:gradFill flip="none" rotWithShape="1">
            <a:gsLst>
              <a:gs pos="0">
                <a:srgbClr val="7030A0">
                  <a:tint val="66000"/>
                  <a:satMod val="160000"/>
                </a:srgbClr>
              </a:gs>
              <a:gs pos="50000">
                <a:srgbClr val="7030A0">
                  <a:tint val="44500"/>
                  <a:satMod val="160000"/>
                </a:srgbClr>
              </a:gs>
              <a:gs pos="100000">
                <a:srgbClr val="7030A0">
                  <a:tint val="23500"/>
                  <a:satMod val="160000"/>
                </a:srgbClr>
              </a:gs>
            </a:gsLst>
            <a:lin ang="810000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Isosceles Triangle 34"/>
          <p:cNvSpPr/>
          <p:nvPr/>
        </p:nvSpPr>
        <p:spPr>
          <a:xfrm rot="5400000">
            <a:off x="7050326" y="1541952"/>
            <a:ext cx="259373" cy="641838"/>
          </a:xfrm>
          <a:prstGeom prst="triangle">
            <a:avLst/>
          </a:prstGeom>
          <a:gradFill flip="none" rotWithShape="1">
            <a:gsLst>
              <a:gs pos="0">
                <a:srgbClr val="7030A0">
                  <a:tint val="66000"/>
                  <a:satMod val="160000"/>
                </a:srgbClr>
              </a:gs>
              <a:gs pos="50000">
                <a:srgbClr val="7030A0">
                  <a:tint val="44500"/>
                  <a:satMod val="160000"/>
                </a:srgbClr>
              </a:gs>
              <a:gs pos="100000">
                <a:srgbClr val="7030A0">
                  <a:tint val="23500"/>
                  <a:satMod val="160000"/>
                </a:srgbClr>
              </a:gs>
            </a:gsLst>
            <a:lin ang="810000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ound Single Corner Rectangle 36"/>
          <p:cNvSpPr/>
          <p:nvPr/>
        </p:nvSpPr>
        <p:spPr>
          <a:xfrm rot="5400000">
            <a:off x="7198698" y="1459524"/>
            <a:ext cx="844061" cy="219807"/>
          </a:xfrm>
          <a:prstGeom prst="round1Rect">
            <a:avLst/>
          </a:prstGeom>
          <a:gradFill flip="none" rotWithShape="1">
            <a:gsLst>
              <a:gs pos="0">
                <a:srgbClr val="7030A0">
                  <a:tint val="66000"/>
                  <a:satMod val="160000"/>
                </a:srgbClr>
              </a:gs>
              <a:gs pos="50000">
                <a:srgbClr val="7030A0">
                  <a:tint val="44500"/>
                  <a:satMod val="160000"/>
                </a:srgbClr>
              </a:gs>
              <a:gs pos="100000">
                <a:srgbClr val="7030A0">
                  <a:tint val="23500"/>
                  <a:satMod val="160000"/>
                </a:srgbClr>
              </a:gs>
            </a:gsLst>
            <a:lin ang="540000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Isosceles Triangle 37"/>
          <p:cNvSpPr/>
          <p:nvPr/>
        </p:nvSpPr>
        <p:spPr>
          <a:xfrm rot="5400000">
            <a:off x="7787784" y="1100138"/>
            <a:ext cx="815486" cy="914400"/>
          </a:xfrm>
          <a:prstGeom prst="triangle">
            <a:avLst/>
          </a:prstGeom>
          <a:gradFill flip="none" rotWithShape="1">
            <a:gsLst>
              <a:gs pos="0">
                <a:srgbClr val="7030A0">
                  <a:tint val="66000"/>
                  <a:satMod val="160000"/>
                </a:srgbClr>
              </a:gs>
              <a:gs pos="50000">
                <a:srgbClr val="7030A0">
                  <a:tint val="44500"/>
                  <a:satMod val="160000"/>
                </a:srgbClr>
              </a:gs>
              <a:gs pos="100000">
                <a:srgbClr val="7030A0">
                  <a:tint val="23500"/>
                  <a:satMod val="160000"/>
                </a:srgbClr>
              </a:gs>
            </a:gsLst>
            <a:lin ang="810000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Oval 38"/>
          <p:cNvSpPr/>
          <p:nvPr/>
        </p:nvSpPr>
        <p:spPr>
          <a:xfrm>
            <a:off x="8660422" y="1423254"/>
            <a:ext cx="227493" cy="265968"/>
          </a:xfrm>
          <a:prstGeom prst="ellipse">
            <a:avLst/>
          </a:prstGeom>
          <a:gradFill flip="none" rotWithShape="1">
            <a:gsLst>
              <a:gs pos="0">
                <a:srgbClr val="7030A0">
                  <a:tint val="66000"/>
                  <a:satMod val="160000"/>
                </a:srgbClr>
              </a:gs>
              <a:gs pos="50000">
                <a:srgbClr val="7030A0">
                  <a:tint val="44500"/>
                  <a:satMod val="160000"/>
                </a:srgbClr>
              </a:gs>
              <a:gs pos="100000">
                <a:srgbClr val="7030A0">
                  <a:tint val="23500"/>
                  <a:satMod val="160000"/>
                </a:srgbClr>
              </a:gs>
            </a:gsLst>
            <a:lin ang="1080000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Oval 69"/>
          <p:cNvSpPr/>
          <p:nvPr/>
        </p:nvSpPr>
        <p:spPr>
          <a:xfrm>
            <a:off x="9469315" y="1991457"/>
            <a:ext cx="624254" cy="635977"/>
          </a:xfrm>
          <a:prstGeom prst="ellipse">
            <a:avLst/>
          </a:prstGeom>
          <a:noFill/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3" name="Freeform 72"/>
          <p:cNvSpPr/>
          <p:nvPr/>
        </p:nvSpPr>
        <p:spPr>
          <a:xfrm>
            <a:off x="9539655" y="2105760"/>
            <a:ext cx="463794" cy="391255"/>
          </a:xfrm>
          <a:custGeom>
            <a:avLst/>
            <a:gdLst>
              <a:gd name="connsiteX0" fmla="*/ 703384 w 703384"/>
              <a:gd name="connsiteY0" fmla="*/ 0 h 685800"/>
              <a:gd name="connsiteX1" fmla="*/ 518746 w 703384"/>
              <a:gd name="connsiteY1" fmla="*/ 369277 h 685800"/>
              <a:gd name="connsiteX2" fmla="*/ 202223 w 703384"/>
              <a:gd name="connsiteY2" fmla="*/ 404446 h 685800"/>
              <a:gd name="connsiteX3" fmla="*/ 0 w 703384"/>
              <a:gd name="connsiteY3" fmla="*/ 685800 h 685800"/>
              <a:gd name="connsiteX4" fmla="*/ 0 w 703384"/>
              <a:gd name="connsiteY4" fmla="*/ 685800 h 685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3384" h="685800">
                <a:moveTo>
                  <a:pt x="703384" y="0"/>
                </a:moveTo>
                <a:cubicBezTo>
                  <a:pt x="652828" y="150934"/>
                  <a:pt x="602273" y="301869"/>
                  <a:pt x="518746" y="369277"/>
                </a:cubicBezTo>
                <a:cubicBezTo>
                  <a:pt x="435219" y="436685"/>
                  <a:pt x="288681" y="351692"/>
                  <a:pt x="202223" y="404446"/>
                </a:cubicBezTo>
                <a:cubicBezTo>
                  <a:pt x="115765" y="457200"/>
                  <a:pt x="0" y="685800"/>
                  <a:pt x="0" y="685800"/>
                </a:cubicBezTo>
                <a:lnTo>
                  <a:pt x="0" y="685800"/>
                </a:lnTo>
              </a:path>
            </a:pathLst>
          </a:custGeom>
          <a:noFill/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5" name="Straight Arrow Connector 74"/>
          <p:cNvCxnSpPr>
            <a:stCxn id="39" idx="6"/>
            <a:endCxn id="70" idx="1"/>
          </p:cNvCxnSpPr>
          <p:nvPr/>
        </p:nvCxnSpPr>
        <p:spPr>
          <a:xfrm>
            <a:off x="8887915" y="1556238"/>
            <a:ext cx="672820" cy="528356"/>
          </a:xfrm>
          <a:prstGeom prst="straightConnector1">
            <a:avLst/>
          </a:prstGeom>
          <a:ln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Arrow Connector 76"/>
          <p:cNvCxnSpPr>
            <a:endCxn id="70" idx="3"/>
          </p:cNvCxnSpPr>
          <p:nvPr/>
        </p:nvCxnSpPr>
        <p:spPr>
          <a:xfrm flipV="1">
            <a:off x="8895610" y="2534297"/>
            <a:ext cx="665125" cy="484395"/>
          </a:xfrm>
          <a:prstGeom prst="straightConnector1">
            <a:avLst/>
          </a:prstGeom>
          <a:ln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Rectangle 77"/>
          <p:cNvSpPr/>
          <p:nvPr/>
        </p:nvSpPr>
        <p:spPr>
          <a:xfrm>
            <a:off x="2544270" y="1112227"/>
            <a:ext cx="893312" cy="879230"/>
          </a:xfrm>
          <a:prstGeom prst="rect">
            <a:avLst/>
          </a:prstGeom>
          <a:gradFill flip="none" rotWithShape="1">
            <a:gsLst>
              <a:gs pos="0">
                <a:srgbClr val="7030A0">
                  <a:tint val="66000"/>
                  <a:satMod val="160000"/>
                </a:srgbClr>
              </a:gs>
              <a:gs pos="50000">
                <a:srgbClr val="7030A0">
                  <a:tint val="44500"/>
                  <a:satMod val="160000"/>
                </a:srgbClr>
              </a:gs>
              <a:gs pos="100000">
                <a:srgbClr val="7030A0">
                  <a:tint val="23500"/>
                  <a:satMod val="160000"/>
                </a:srgbClr>
              </a:gs>
            </a:gsLst>
            <a:lin ang="1080000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smtClean="0">
                <a:solidFill>
                  <a:schemeClr val="tx1"/>
                </a:solidFill>
              </a:rPr>
              <a:t>Reference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81" name="TextBox 80"/>
          <p:cNvSpPr txBox="1"/>
          <p:nvPr/>
        </p:nvSpPr>
        <p:spPr>
          <a:xfrm>
            <a:off x="2747148" y="699721"/>
            <a:ext cx="5099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dirty="0"/>
          </a:p>
        </p:txBody>
      </p:sp>
      <p:sp>
        <p:nvSpPr>
          <p:cNvPr id="82" name="TextBox 81"/>
          <p:cNvSpPr txBox="1"/>
          <p:nvPr/>
        </p:nvSpPr>
        <p:spPr>
          <a:xfrm>
            <a:off x="2664990" y="588158"/>
            <a:ext cx="57897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 smtClean="0"/>
              <a:t>Input Gabor Stimuli</a:t>
            </a:r>
            <a:endParaRPr lang="en-US" sz="1000" dirty="0"/>
          </a:p>
        </p:txBody>
      </p:sp>
      <p:sp>
        <p:nvSpPr>
          <p:cNvPr id="83" name="TextBox 82"/>
          <p:cNvSpPr txBox="1"/>
          <p:nvPr/>
        </p:nvSpPr>
        <p:spPr>
          <a:xfrm>
            <a:off x="3488326" y="742047"/>
            <a:ext cx="52843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 smtClean="0"/>
              <a:t>Conv1</a:t>
            </a:r>
            <a:endParaRPr lang="en-US" sz="1000" dirty="0"/>
          </a:p>
        </p:txBody>
      </p:sp>
      <p:sp>
        <p:nvSpPr>
          <p:cNvPr id="84" name="TextBox 83"/>
          <p:cNvSpPr txBox="1"/>
          <p:nvPr/>
        </p:nvSpPr>
        <p:spPr>
          <a:xfrm>
            <a:off x="4241190" y="742047"/>
            <a:ext cx="52843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 smtClean="0"/>
              <a:t>Conv2</a:t>
            </a:r>
            <a:endParaRPr lang="en-US" sz="1000" dirty="0"/>
          </a:p>
        </p:txBody>
      </p:sp>
      <p:sp>
        <p:nvSpPr>
          <p:cNvPr id="85" name="TextBox 84"/>
          <p:cNvSpPr txBox="1"/>
          <p:nvPr/>
        </p:nvSpPr>
        <p:spPr>
          <a:xfrm>
            <a:off x="5031191" y="742047"/>
            <a:ext cx="52843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 smtClean="0"/>
              <a:t>Conv3</a:t>
            </a:r>
            <a:endParaRPr lang="en-US" sz="1000" dirty="0"/>
          </a:p>
        </p:txBody>
      </p:sp>
      <p:sp>
        <p:nvSpPr>
          <p:cNvPr id="86" name="TextBox 85"/>
          <p:cNvSpPr txBox="1"/>
          <p:nvPr/>
        </p:nvSpPr>
        <p:spPr>
          <a:xfrm>
            <a:off x="5888642" y="742047"/>
            <a:ext cx="52424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 smtClean="0"/>
              <a:t>Conv4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6731606" y="742047"/>
            <a:ext cx="52204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 smtClean="0"/>
              <a:t>Conv5</a:t>
            </a:r>
            <a:endParaRPr lang="en-US" sz="1000" dirty="0"/>
          </a:p>
        </p:txBody>
      </p:sp>
      <p:sp>
        <p:nvSpPr>
          <p:cNvPr id="88" name="TextBox 87"/>
          <p:cNvSpPr txBox="1"/>
          <p:nvPr/>
        </p:nvSpPr>
        <p:spPr>
          <a:xfrm>
            <a:off x="7619632" y="742047"/>
            <a:ext cx="63634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 smtClean="0"/>
              <a:t>FC Layer</a:t>
            </a:r>
            <a:endParaRPr lang="en-US" sz="1000" dirty="0"/>
          </a:p>
        </p:txBody>
      </p:sp>
      <p:sp>
        <p:nvSpPr>
          <p:cNvPr id="89" name="TextBox 88"/>
          <p:cNvSpPr txBox="1"/>
          <p:nvPr/>
        </p:nvSpPr>
        <p:spPr>
          <a:xfrm>
            <a:off x="9418829" y="1601100"/>
            <a:ext cx="73879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 smtClean="0"/>
              <a:t>Soft Max</a:t>
            </a:r>
            <a:endParaRPr lang="en-US" sz="1000" dirty="0"/>
          </a:p>
        </p:txBody>
      </p:sp>
      <p:sp>
        <p:nvSpPr>
          <p:cNvPr id="90" name="TextBox 89"/>
          <p:cNvSpPr txBox="1"/>
          <p:nvPr/>
        </p:nvSpPr>
        <p:spPr>
          <a:xfrm>
            <a:off x="8937579" y="1763797"/>
            <a:ext cx="32103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 smtClean="0"/>
              <a:t>-1</a:t>
            </a:r>
            <a:endParaRPr lang="en-US" sz="1000" dirty="0"/>
          </a:p>
        </p:txBody>
      </p:sp>
      <p:sp>
        <p:nvSpPr>
          <p:cNvPr id="91" name="TextBox 90"/>
          <p:cNvSpPr txBox="1"/>
          <p:nvPr/>
        </p:nvSpPr>
        <p:spPr>
          <a:xfrm>
            <a:off x="8937579" y="2596661"/>
            <a:ext cx="32103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/>
              <a:t>+</a:t>
            </a:r>
            <a:r>
              <a:rPr lang="en-US" sz="1000" dirty="0" smtClean="0"/>
              <a:t>1</a:t>
            </a:r>
            <a:endParaRPr lang="en-US" sz="1000" dirty="0"/>
          </a:p>
        </p:txBody>
      </p:sp>
      <p:graphicFrame>
        <p:nvGraphicFramePr>
          <p:cNvPr id="94" name="Diagram 93"/>
          <p:cNvGraphicFramePr/>
          <p:nvPr>
            <p:extLst>
              <p:ext uri="{D42A27DB-BD31-4B8C-83A1-F6EECF244321}">
                <p14:modId xmlns:p14="http://schemas.microsoft.com/office/powerpoint/2010/main" val="1830392304"/>
              </p:ext>
            </p:extLst>
          </p:nvPr>
        </p:nvGraphicFramePr>
        <p:xfrm>
          <a:off x="2555469" y="4032738"/>
          <a:ext cx="6113173" cy="236057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95" name="TextBox 94"/>
          <p:cNvSpPr txBox="1"/>
          <p:nvPr/>
        </p:nvSpPr>
        <p:spPr>
          <a:xfrm>
            <a:off x="4769626" y="2154422"/>
            <a:ext cx="156832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smtClean="0"/>
              <a:t>Shared Weights</a:t>
            </a:r>
            <a:endParaRPr lang="en-US" sz="1200" dirty="0"/>
          </a:p>
        </p:txBody>
      </p:sp>
      <p:sp>
        <p:nvSpPr>
          <p:cNvPr id="96" name="Isosceles Triangle 95"/>
          <p:cNvSpPr/>
          <p:nvPr/>
        </p:nvSpPr>
        <p:spPr>
          <a:xfrm rot="5400000">
            <a:off x="3642212" y="2419737"/>
            <a:ext cx="259373" cy="641838"/>
          </a:xfrm>
          <a:prstGeom prst="triangle">
            <a:avLst/>
          </a:prstGeom>
          <a:gradFill flip="none" rotWithShape="1">
            <a:gsLst>
              <a:gs pos="0">
                <a:srgbClr val="7030A0">
                  <a:tint val="66000"/>
                  <a:satMod val="160000"/>
                </a:srgbClr>
              </a:gs>
              <a:gs pos="50000">
                <a:srgbClr val="7030A0">
                  <a:tint val="44500"/>
                  <a:satMod val="160000"/>
                </a:srgbClr>
              </a:gs>
              <a:gs pos="100000">
                <a:srgbClr val="7030A0">
                  <a:tint val="23500"/>
                  <a:satMod val="160000"/>
                </a:srgbClr>
              </a:gs>
            </a:gsLst>
            <a:lin ang="540000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7" name="Isosceles Triangle 96"/>
          <p:cNvSpPr/>
          <p:nvPr/>
        </p:nvSpPr>
        <p:spPr>
          <a:xfrm rot="5400000">
            <a:off x="3642212" y="2712081"/>
            <a:ext cx="259373" cy="641838"/>
          </a:xfrm>
          <a:prstGeom prst="triangle">
            <a:avLst/>
          </a:prstGeom>
          <a:gradFill flip="none" rotWithShape="1">
            <a:gsLst>
              <a:gs pos="0">
                <a:srgbClr val="7030A0">
                  <a:tint val="66000"/>
                  <a:satMod val="160000"/>
                </a:srgbClr>
              </a:gs>
              <a:gs pos="50000">
                <a:srgbClr val="7030A0">
                  <a:tint val="44500"/>
                  <a:satMod val="160000"/>
                </a:srgbClr>
              </a:gs>
              <a:gs pos="100000">
                <a:srgbClr val="7030A0">
                  <a:tint val="23500"/>
                  <a:satMod val="160000"/>
                </a:srgbClr>
              </a:gs>
            </a:gsLst>
            <a:lin ang="540000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8" name="Isosceles Triangle 97"/>
          <p:cNvSpPr/>
          <p:nvPr/>
        </p:nvSpPr>
        <p:spPr>
          <a:xfrm rot="5400000">
            <a:off x="3642212" y="2987940"/>
            <a:ext cx="259373" cy="641838"/>
          </a:xfrm>
          <a:prstGeom prst="triangle">
            <a:avLst/>
          </a:prstGeom>
          <a:gradFill flip="none" rotWithShape="1">
            <a:gsLst>
              <a:gs pos="0">
                <a:srgbClr val="7030A0">
                  <a:tint val="66000"/>
                  <a:satMod val="160000"/>
                </a:srgbClr>
              </a:gs>
              <a:gs pos="50000">
                <a:srgbClr val="7030A0">
                  <a:tint val="44500"/>
                  <a:satMod val="160000"/>
                </a:srgbClr>
              </a:gs>
              <a:gs pos="100000">
                <a:srgbClr val="7030A0">
                  <a:tint val="23500"/>
                  <a:satMod val="160000"/>
                </a:srgbClr>
              </a:gs>
            </a:gsLst>
            <a:lin ang="540000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9" name="Round Single Corner Rectangle 98"/>
          <p:cNvSpPr/>
          <p:nvPr/>
        </p:nvSpPr>
        <p:spPr>
          <a:xfrm rot="5400000">
            <a:off x="3780691" y="2918701"/>
            <a:ext cx="844061" cy="219807"/>
          </a:xfrm>
          <a:prstGeom prst="round1Rect">
            <a:avLst/>
          </a:prstGeom>
          <a:gradFill flip="none" rotWithShape="1">
            <a:gsLst>
              <a:gs pos="0">
                <a:srgbClr val="7030A0">
                  <a:tint val="66000"/>
                  <a:satMod val="160000"/>
                </a:srgbClr>
              </a:gs>
              <a:gs pos="50000">
                <a:srgbClr val="7030A0">
                  <a:tint val="44500"/>
                  <a:satMod val="160000"/>
                </a:srgbClr>
              </a:gs>
              <a:gs pos="100000">
                <a:srgbClr val="7030A0">
                  <a:tint val="23500"/>
                  <a:satMod val="160000"/>
                </a:srgbClr>
              </a:gs>
            </a:gsLst>
            <a:lin ang="540000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0" name="Isosceles Triangle 99"/>
          <p:cNvSpPr/>
          <p:nvPr/>
        </p:nvSpPr>
        <p:spPr>
          <a:xfrm rot="5400000">
            <a:off x="4503857" y="2432925"/>
            <a:ext cx="259373" cy="641838"/>
          </a:xfrm>
          <a:prstGeom prst="triangle">
            <a:avLst/>
          </a:prstGeom>
          <a:gradFill flip="none" rotWithShape="1">
            <a:gsLst>
              <a:gs pos="0">
                <a:srgbClr val="7030A0">
                  <a:tint val="66000"/>
                  <a:satMod val="160000"/>
                </a:srgbClr>
              </a:gs>
              <a:gs pos="50000">
                <a:srgbClr val="7030A0">
                  <a:tint val="44500"/>
                  <a:satMod val="160000"/>
                </a:srgbClr>
              </a:gs>
              <a:gs pos="100000">
                <a:srgbClr val="7030A0">
                  <a:tint val="23500"/>
                  <a:satMod val="160000"/>
                </a:srgbClr>
              </a:gs>
            </a:gsLst>
            <a:lin ang="810000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" name="Isosceles Triangle 100"/>
          <p:cNvSpPr/>
          <p:nvPr/>
        </p:nvSpPr>
        <p:spPr>
          <a:xfrm rot="5400000">
            <a:off x="4503857" y="2725269"/>
            <a:ext cx="259373" cy="641838"/>
          </a:xfrm>
          <a:prstGeom prst="triangle">
            <a:avLst/>
          </a:prstGeom>
          <a:gradFill flip="none" rotWithShape="1">
            <a:gsLst>
              <a:gs pos="0">
                <a:srgbClr val="7030A0">
                  <a:tint val="66000"/>
                  <a:satMod val="160000"/>
                </a:srgbClr>
              </a:gs>
              <a:gs pos="50000">
                <a:srgbClr val="7030A0">
                  <a:tint val="44500"/>
                  <a:satMod val="160000"/>
                </a:srgbClr>
              </a:gs>
              <a:gs pos="100000">
                <a:srgbClr val="7030A0">
                  <a:tint val="23500"/>
                  <a:satMod val="160000"/>
                </a:srgbClr>
              </a:gs>
            </a:gsLst>
            <a:lin ang="810000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" name="Isosceles Triangle 101"/>
          <p:cNvSpPr/>
          <p:nvPr/>
        </p:nvSpPr>
        <p:spPr>
          <a:xfrm rot="5400000">
            <a:off x="4503857" y="3001128"/>
            <a:ext cx="259373" cy="641838"/>
          </a:xfrm>
          <a:prstGeom prst="triangle">
            <a:avLst/>
          </a:prstGeom>
          <a:gradFill flip="none" rotWithShape="1">
            <a:gsLst>
              <a:gs pos="0">
                <a:srgbClr val="7030A0">
                  <a:tint val="66000"/>
                  <a:satMod val="160000"/>
                </a:srgbClr>
              </a:gs>
              <a:gs pos="50000">
                <a:srgbClr val="7030A0">
                  <a:tint val="44500"/>
                  <a:satMod val="160000"/>
                </a:srgbClr>
              </a:gs>
              <a:gs pos="100000">
                <a:srgbClr val="7030A0">
                  <a:tint val="23500"/>
                  <a:satMod val="160000"/>
                </a:srgbClr>
              </a:gs>
            </a:gsLst>
            <a:lin ang="810000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" name="Round Single Corner Rectangle 102"/>
          <p:cNvSpPr/>
          <p:nvPr/>
        </p:nvSpPr>
        <p:spPr>
          <a:xfrm rot="5400000">
            <a:off x="4593977" y="2918701"/>
            <a:ext cx="844061" cy="219807"/>
          </a:xfrm>
          <a:prstGeom prst="round1Rect">
            <a:avLst/>
          </a:prstGeom>
          <a:gradFill flip="none" rotWithShape="1">
            <a:gsLst>
              <a:gs pos="0">
                <a:srgbClr val="7030A0">
                  <a:tint val="66000"/>
                  <a:satMod val="160000"/>
                </a:srgbClr>
              </a:gs>
              <a:gs pos="50000">
                <a:srgbClr val="7030A0">
                  <a:tint val="44500"/>
                  <a:satMod val="160000"/>
                </a:srgbClr>
              </a:gs>
              <a:gs pos="100000">
                <a:srgbClr val="7030A0">
                  <a:tint val="23500"/>
                  <a:satMod val="160000"/>
                </a:srgbClr>
              </a:gs>
            </a:gsLst>
            <a:lin ang="540000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" name="Isosceles Triangle 103"/>
          <p:cNvSpPr/>
          <p:nvPr/>
        </p:nvSpPr>
        <p:spPr>
          <a:xfrm rot="5400000">
            <a:off x="5317143" y="2432925"/>
            <a:ext cx="259373" cy="641838"/>
          </a:xfrm>
          <a:prstGeom prst="triangle">
            <a:avLst/>
          </a:prstGeom>
          <a:gradFill flip="none" rotWithShape="1">
            <a:gsLst>
              <a:gs pos="0">
                <a:srgbClr val="7030A0">
                  <a:tint val="66000"/>
                  <a:satMod val="160000"/>
                </a:srgbClr>
              </a:gs>
              <a:gs pos="50000">
                <a:srgbClr val="7030A0">
                  <a:tint val="44500"/>
                  <a:satMod val="160000"/>
                </a:srgbClr>
              </a:gs>
              <a:gs pos="100000">
                <a:srgbClr val="7030A0">
                  <a:tint val="23500"/>
                  <a:satMod val="160000"/>
                </a:srgbClr>
              </a:gs>
            </a:gsLst>
            <a:lin ang="810000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" name="Isosceles Triangle 104"/>
          <p:cNvSpPr/>
          <p:nvPr/>
        </p:nvSpPr>
        <p:spPr>
          <a:xfrm rot="5400000">
            <a:off x="5317143" y="2725269"/>
            <a:ext cx="259373" cy="641838"/>
          </a:xfrm>
          <a:prstGeom prst="triangle">
            <a:avLst/>
          </a:prstGeom>
          <a:gradFill flip="none" rotWithShape="1">
            <a:gsLst>
              <a:gs pos="0">
                <a:srgbClr val="7030A0">
                  <a:tint val="66000"/>
                  <a:satMod val="160000"/>
                </a:srgbClr>
              </a:gs>
              <a:gs pos="50000">
                <a:srgbClr val="7030A0">
                  <a:tint val="44500"/>
                  <a:satMod val="160000"/>
                </a:srgbClr>
              </a:gs>
              <a:gs pos="100000">
                <a:srgbClr val="7030A0">
                  <a:tint val="23500"/>
                  <a:satMod val="160000"/>
                </a:srgbClr>
              </a:gs>
            </a:gsLst>
            <a:lin ang="810000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6" name="Isosceles Triangle 105"/>
          <p:cNvSpPr/>
          <p:nvPr/>
        </p:nvSpPr>
        <p:spPr>
          <a:xfrm rot="5400000">
            <a:off x="5317143" y="3001128"/>
            <a:ext cx="259373" cy="641838"/>
          </a:xfrm>
          <a:prstGeom prst="triangle">
            <a:avLst/>
          </a:prstGeom>
          <a:gradFill flip="none" rotWithShape="1">
            <a:gsLst>
              <a:gs pos="0">
                <a:srgbClr val="7030A0">
                  <a:tint val="66000"/>
                  <a:satMod val="160000"/>
                </a:srgbClr>
              </a:gs>
              <a:gs pos="50000">
                <a:srgbClr val="7030A0">
                  <a:tint val="44500"/>
                  <a:satMod val="160000"/>
                </a:srgbClr>
              </a:gs>
              <a:gs pos="100000">
                <a:srgbClr val="7030A0">
                  <a:tint val="23500"/>
                  <a:satMod val="160000"/>
                </a:srgbClr>
              </a:gs>
            </a:gsLst>
            <a:lin ang="810000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7" name="Round Single Corner Rectangle 106"/>
          <p:cNvSpPr/>
          <p:nvPr/>
        </p:nvSpPr>
        <p:spPr>
          <a:xfrm rot="5400000">
            <a:off x="5457820" y="2918701"/>
            <a:ext cx="844061" cy="219807"/>
          </a:xfrm>
          <a:prstGeom prst="round1Rect">
            <a:avLst/>
          </a:prstGeom>
          <a:gradFill flip="none" rotWithShape="1">
            <a:gsLst>
              <a:gs pos="0">
                <a:srgbClr val="7030A0">
                  <a:tint val="66000"/>
                  <a:satMod val="160000"/>
                </a:srgbClr>
              </a:gs>
              <a:gs pos="50000">
                <a:srgbClr val="7030A0">
                  <a:tint val="44500"/>
                  <a:satMod val="160000"/>
                </a:srgbClr>
              </a:gs>
              <a:gs pos="100000">
                <a:srgbClr val="7030A0">
                  <a:tint val="23500"/>
                  <a:satMod val="160000"/>
                </a:srgbClr>
              </a:gs>
            </a:gsLst>
            <a:lin ang="540000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" name="Isosceles Triangle 107"/>
          <p:cNvSpPr/>
          <p:nvPr/>
        </p:nvSpPr>
        <p:spPr>
          <a:xfrm rot="5400000">
            <a:off x="6180986" y="2432925"/>
            <a:ext cx="259373" cy="641838"/>
          </a:xfrm>
          <a:prstGeom prst="triangle">
            <a:avLst/>
          </a:prstGeom>
          <a:gradFill flip="none" rotWithShape="1">
            <a:gsLst>
              <a:gs pos="0">
                <a:srgbClr val="7030A0">
                  <a:tint val="66000"/>
                  <a:satMod val="160000"/>
                </a:srgbClr>
              </a:gs>
              <a:gs pos="50000">
                <a:srgbClr val="7030A0">
                  <a:tint val="44500"/>
                  <a:satMod val="160000"/>
                </a:srgbClr>
              </a:gs>
              <a:gs pos="100000">
                <a:srgbClr val="7030A0">
                  <a:tint val="23500"/>
                  <a:satMod val="160000"/>
                </a:srgbClr>
              </a:gs>
            </a:gsLst>
            <a:lin ang="810000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" name="Isosceles Triangle 108"/>
          <p:cNvSpPr/>
          <p:nvPr/>
        </p:nvSpPr>
        <p:spPr>
          <a:xfrm rot="5400000">
            <a:off x="6180986" y="2725269"/>
            <a:ext cx="259373" cy="641838"/>
          </a:xfrm>
          <a:prstGeom prst="triangle">
            <a:avLst/>
          </a:prstGeom>
          <a:gradFill flip="none" rotWithShape="1">
            <a:gsLst>
              <a:gs pos="0">
                <a:srgbClr val="7030A0">
                  <a:tint val="66000"/>
                  <a:satMod val="160000"/>
                </a:srgbClr>
              </a:gs>
              <a:gs pos="50000">
                <a:srgbClr val="7030A0">
                  <a:tint val="44500"/>
                  <a:satMod val="160000"/>
                </a:srgbClr>
              </a:gs>
              <a:gs pos="100000">
                <a:srgbClr val="7030A0">
                  <a:tint val="23500"/>
                  <a:satMod val="160000"/>
                </a:srgbClr>
              </a:gs>
            </a:gsLst>
            <a:lin ang="810000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" name="Isosceles Triangle 109"/>
          <p:cNvSpPr/>
          <p:nvPr/>
        </p:nvSpPr>
        <p:spPr>
          <a:xfrm rot="5400000">
            <a:off x="6180986" y="3001128"/>
            <a:ext cx="259373" cy="641838"/>
          </a:xfrm>
          <a:prstGeom prst="triangle">
            <a:avLst/>
          </a:prstGeom>
          <a:gradFill flip="none" rotWithShape="1">
            <a:gsLst>
              <a:gs pos="0">
                <a:srgbClr val="7030A0">
                  <a:tint val="66000"/>
                  <a:satMod val="160000"/>
                </a:srgbClr>
              </a:gs>
              <a:gs pos="50000">
                <a:srgbClr val="7030A0">
                  <a:tint val="44500"/>
                  <a:satMod val="160000"/>
                </a:srgbClr>
              </a:gs>
              <a:gs pos="100000">
                <a:srgbClr val="7030A0">
                  <a:tint val="23500"/>
                  <a:satMod val="160000"/>
                </a:srgbClr>
              </a:gs>
            </a:gsLst>
            <a:lin ang="810000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1" name="Round Single Corner Rectangle 110"/>
          <p:cNvSpPr/>
          <p:nvPr/>
        </p:nvSpPr>
        <p:spPr>
          <a:xfrm rot="5400000">
            <a:off x="6327160" y="2931891"/>
            <a:ext cx="844061" cy="219807"/>
          </a:xfrm>
          <a:prstGeom prst="round1Rect">
            <a:avLst/>
          </a:prstGeom>
          <a:gradFill flip="none" rotWithShape="1">
            <a:gsLst>
              <a:gs pos="0">
                <a:srgbClr val="7030A0">
                  <a:tint val="66000"/>
                  <a:satMod val="160000"/>
                </a:srgbClr>
              </a:gs>
              <a:gs pos="50000">
                <a:srgbClr val="7030A0">
                  <a:tint val="44500"/>
                  <a:satMod val="160000"/>
                </a:srgbClr>
              </a:gs>
              <a:gs pos="100000">
                <a:srgbClr val="7030A0">
                  <a:tint val="23500"/>
                  <a:satMod val="160000"/>
                </a:srgbClr>
              </a:gs>
            </a:gsLst>
            <a:lin ang="540000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" name="Isosceles Triangle 111"/>
          <p:cNvSpPr/>
          <p:nvPr/>
        </p:nvSpPr>
        <p:spPr>
          <a:xfrm rot="5400000">
            <a:off x="7050326" y="2446115"/>
            <a:ext cx="259373" cy="641838"/>
          </a:xfrm>
          <a:prstGeom prst="triangle">
            <a:avLst/>
          </a:prstGeom>
          <a:gradFill flip="none" rotWithShape="1">
            <a:gsLst>
              <a:gs pos="0">
                <a:srgbClr val="7030A0">
                  <a:tint val="66000"/>
                  <a:satMod val="160000"/>
                </a:srgbClr>
              </a:gs>
              <a:gs pos="50000">
                <a:srgbClr val="7030A0">
                  <a:tint val="44500"/>
                  <a:satMod val="160000"/>
                </a:srgbClr>
              </a:gs>
              <a:gs pos="100000">
                <a:srgbClr val="7030A0">
                  <a:tint val="23500"/>
                  <a:satMod val="160000"/>
                </a:srgbClr>
              </a:gs>
            </a:gsLst>
            <a:lin ang="810000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" name="Isosceles Triangle 112"/>
          <p:cNvSpPr/>
          <p:nvPr/>
        </p:nvSpPr>
        <p:spPr>
          <a:xfrm rot="5400000">
            <a:off x="7050326" y="2738459"/>
            <a:ext cx="259373" cy="641838"/>
          </a:xfrm>
          <a:prstGeom prst="triangle">
            <a:avLst/>
          </a:prstGeom>
          <a:gradFill flip="none" rotWithShape="1">
            <a:gsLst>
              <a:gs pos="0">
                <a:srgbClr val="7030A0">
                  <a:tint val="66000"/>
                  <a:satMod val="160000"/>
                </a:srgbClr>
              </a:gs>
              <a:gs pos="50000">
                <a:srgbClr val="7030A0">
                  <a:tint val="44500"/>
                  <a:satMod val="160000"/>
                </a:srgbClr>
              </a:gs>
              <a:gs pos="100000">
                <a:srgbClr val="7030A0">
                  <a:tint val="23500"/>
                  <a:satMod val="160000"/>
                </a:srgbClr>
              </a:gs>
            </a:gsLst>
            <a:lin ang="810000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4" name="Isosceles Triangle 113"/>
          <p:cNvSpPr/>
          <p:nvPr/>
        </p:nvSpPr>
        <p:spPr>
          <a:xfrm rot="5400000">
            <a:off x="7050326" y="3014318"/>
            <a:ext cx="259373" cy="641838"/>
          </a:xfrm>
          <a:prstGeom prst="triangle">
            <a:avLst/>
          </a:prstGeom>
          <a:gradFill flip="none" rotWithShape="1">
            <a:gsLst>
              <a:gs pos="0">
                <a:srgbClr val="7030A0">
                  <a:tint val="66000"/>
                  <a:satMod val="160000"/>
                </a:srgbClr>
              </a:gs>
              <a:gs pos="50000">
                <a:srgbClr val="7030A0">
                  <a:tint val="44500"/>
                  <a:satMod val="160000"/>
                </a:srgbClr>
              </a:gs>
              <a:gs pos="100000">
                <a:srgbClr val="7030A0">
                  <a:tint val="23500"/>
                  <a:satMod val="160000"/>
                </a:srgbClr>
              </a:gs>
            </a:gsLst>
            <a:lin ang="810000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5" name="Round Single Corner Rectangle 114"/>
          <p:cNvSpPr/>
          <p:nvPr/>
        </p:nvSpPr>
        <p:spPr>
          <a:xfrm rot="5400000">
            <a:off x="7198698" y="2931890"/>
            <a:ext cx="844061" cy="219807"/>
          </a:xfrm>
          <a:prstGeom prst="round1Rect">
            <a:avLst/>
          </a:prstGeom>
          <a:gradFill flip="none" rotWithShape="1">
            <a:gsLst>
              <a:gs pos="0">
                <a:srgbClr val="7030A0">
                  <a:tint val="66000"/>
                  <a:satMod val="160000"/>
                </a:srgbClr>
              </a:gs>
              <a:gs pos="50000">
                <a:srgbClr val="7030A0">
                  <a:tint val="44500"/>
                  <a:satMod val="160000"/>
                </a:srgbClr>
              </a:gs>
              <a:gs pos="100000">
                <a:srgbClr val="7030A0">
                  <a:tint val="23500"/>
                  <a:satMod val="160000"/>
                </a:srgbClr>
              </a:gs>
            </a:gsLst>
            <a:lin ang="540000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6" name="Isosceles Triangle 115"/>
          <p:cNvSpPr/>
          <p:nvPr/>
        </p:nvSpPr>
        <p:spPr>
          <a:xfrm rot="5400000">
            <a:off x="7787784" y="2572504"/>
            <a:ext cx="815486" cy="914400"/>
          </a:xfrm>
          <a:prstGeom prst="triangle">
            <a:avLst/>
          </a:prstGeom>
          <a:gradFill flip="none" rotWithShape="1">
            <a:gsLst>
              <a:gs pos="0">
                <a:srgbClr val="7030A0">
                  <a:tint val="66000"/>
                  <a:satMod val="160000"/>
                </a:srgbClr>
              </a:gs>
              <a:gs pos="50000">
                <a:srgbClr val="7030A0">
                  <a:tint val="44500"/>
                  <a:satMod val="160000"/>
                </a:srgbClr>
              </a:gs>
              <a:gs pos="100000">
                <a:srgbClr val="7030A0">
                  <a:tint val="23500"/>
                  <a:satMod val="160000"/>
                </a:srgbClr>
              </a:gs>
            </a:gsLst>
            <a:lin ang="810000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7" name="Oval 116"/>
          <p:cNvSpPr/>
          <p:nvPr/>
        </p:nvSpPr>
        <p:spPr>
          <a:xfrm>
            <a:off x="8660422" y="2895620"/>
            <a:ext cx="227493" cy="265968"/>
          </a:xfrm>
          <a:prstGeom prst="ellipse">
            <a:avLst/>
          </a:prstGeom>
          <a:gradFill flip="none" rotWithShape="1">
            <a:gsLst>
              <a:gs pos="0">
                <a:srgbClr val="7030A0">
                  <a:tint val="66000"/>
                  <a:satMod val="160000"/>
                </a:srgbClr>
              </a:gs>
              <a:gs pos="50000">
                <a:srgbClr val="7030A0">
                  <a:tint val="44500"/>
                  <a:satMod val="160000"/>
                </a:srgbClr>
              </a:gs>
              <a:gs pos="100000">
                <a:srgbClr val="7030A0">
                  <a:tint val="23500"/>
                  <a:satMod val="160000"/>
                </a:srgbClr>
              </a:gs>
            </a:gsLst>
            <a:lin ang="1080000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8" name="Rectangle 117"/>
          <p:cNvSpPr/>
          <p:nvPr/>
        </p:nvSpPr>
        <p:spPr>
          <a:xfrm>
            <a:off x="2544270" y="2584593"/>
            <a:ext cx="893312" cy="879230"/>
          </a:xfrm>
          <a:prstGeom prst="rect">
            <a:avLst/>
          </a:prstGeom>
          <a:gradFill flip="none" rotWithShape="1">
            <a:gsLst>
              <a:gs pos="0">
                <a:srgbClr val="7030A0">
                  <a:tint val="66000"/>
                  <a:satMod val="160000"/>
                </a:srgbClr>
              </a:gs>
              <a:gs pos="50000">
                <a:srgbClr val="7030A0">
                  <a:tint val="44500"/>
                  <a:satMod val="160000"/>
                </a:srgbClr>
              </a:gs>
              <a:gs pos="100000">
                <a:srgbClr val="7030A0">
                  <a:tint val="23500"/>
                  <a:satMod val="160000"/>
                </a:srgbClr>
              </a:gs>
            </a:gsLst>
            <a:lin ang="1080000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smtClean="0">
                <a:solidFill>
                  <a:schemeClr val="tx1"/>
                </a:solidFill>
              </a:rPr>
              <a:t>Reference</a:t>
            </a:r>
            <a:endParaRPr lang="en-US" sz="12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484576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</TotalTime>
  <Words>64</Words>
  <Application>Microsoft Office PowerPoint</Application>
  <PresentationFormat>Widescreen</PresentationFormat>
  <Paragraphs>25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Aslan</dc:creator>
  <cp:lastModifiedBy>Aslan</cp:lastModifiedBy>
  <cp:revision>8</cp:revision>
  <dcterms:created xsi:type="dcterms:W3CDTF">2021-07-01T12:36:18Z</dcterms:created>
  <dcterms:modified xsi:type="dcterms:W3CDTF">2021-07-01T13:28:06Z</dcterms:modified>
</cp:coreProperties>
</file>